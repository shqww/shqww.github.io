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A2A8"/>
    <a:srgbClr val="EDC99F"/>
    <a:srgbClr val="A0A69B"/>
    <a:srgbClr val="DC2835"/>
    <a:srgbClr val="FDF5E9"/>
    <a:srgbClr val="F9E3BF"/>
    <a:srgbClr val="F7C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82" d="100"/>
          <a:sy n="82" d="100"/>
        </p:scale>
        <p:origin x="1963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F842F-0A28-4EC3-A14C-0AAE6FE2197C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70F3B-74AD-440F-ACE0-55B76C37D8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4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830C9-DECF-4C5B-8AB1-92A25702F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0C398E-EB50-41AB-B190-01F585FF9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F3F72-22C2-419C-A6E7-7883FF2C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B3D18-8E91-468E-9DDA-11ACFA85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23004C-2AB2-44F8-B259-9DE30D66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4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EAE34-196A-4687-99F5-3D6FFBC2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C95B3-8F4D-42D6-9FEA-63282A89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5797D0-A676-450C-91A0-7CD2484B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85CA8-E725-4A0D-A933-C8688814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9E15E-D7C5-4E0A-A78F-2A6EE9E9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77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1E560-458E-4CC6-B865-698AA729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87BF8-1B76-4A4F-AF59-89A24D2DA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6E498-8DA8-4307-856B-45F706E7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A53F8-3FF4-4EB8-88C5-DBD853B1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5695AA-169F-4484-BE79-870DE9E8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0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E07CE-0966-47BE-8AB3-7A1C5925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5ABADF-5CFC-4BFE-AE52-E70A5DECA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7538EA-6D3E-4C19-AA32-7F8163DDF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02BFCB-55FA-4C55-B910-29F1C749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AE8E5C-27EF-4D23-AEF4-8C014412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A2F68F-6963-4F70-AED3-8E83CF74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8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61D6B-BDE5-4334-992B-8F8C8D19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F971B5-D87E-4887-A71A-6805E8A1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90BBFB-5E5E-4EA5-B6EB-E3A4DCA1A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8630FB-63A4-4811-9C65-3CAC9231D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9CDC8F-776F-45A7-87A0-A0D1F47AE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011AAB-C979-448C-B140-696B7ADB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FA9EC2-FD7D-4730-BFC9-36DED76A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72382F-CE6F-42D6-BE7F-9C7B5916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3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D8169-1E62-42EC-8A14-ADD4F6FF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A9DAC2-29C5-498E-A235-5A4470A2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8E04F0-EF51-40EB-933B-F13A5305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21A495-B796-4427-BCFF-B0D9C3A6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05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41047C-1C30-496F-9F97-0E7FD720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C1E4AA-1B7D-4236-8614-BDD4B470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7086FA-C71A-42FF-8495-1C648A87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64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3A2A-E09B-4355-80F4-708C1A2D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80968D-E7C3-4C96-81DE-D9A13A25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4D5EC8-0E95-4F03-8AFA-918DA50FF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B5D490-6B81-4161-AA3A-7C04C60F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5359A4-C4D7-4485-B8AA-017CD545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FE9AD0-5E25-480C-9C64-28715E1C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05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90647-6F29-4ABE-A524-CDA88E79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69CAB8-FC30-45B3-9943-6E0B461DF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508A23-E4EF-4DF5-B600-0E87C5AF1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4682A0-21BE-4320-BFA6-7B1CFBF6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3849F5-8BC1-4A67-933E-FF2F39DF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08441-0C8C-4CBB-AB07-BC93C864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41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E2D5F-3B8C-429F-AF66-C8391AAC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3094AE-73CF-4B8C-8768-18BEAD755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2C455-90CC-43EE-BD2D-62DD52D9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E8C3D-4326-4639-A274-2196F03C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1374CD-16C7-4BCA-9725-20AA3045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8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A8AA52-9ECB-48BA-A525-41379F398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B98180-1526-46D6-BBFD-062B614D9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445D1-DBAF-41E8-914E-A17B38E4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383F-79D2-4712-B285-C3FA0848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FD8C8D-AE03-4CD2-AF7C-A2BCA42A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93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3A41F9-FA64-4A3A-B858-86CD0495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C9A14-AE07-4C47-8FF2-E6817FBC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CA4DD-0CD3-49DD-B200-987AA46CE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F9D9B-110F-4ABF-868E-D1E11B0AAE0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6D4D0-9B33-40C4-A4FF-1F91C8729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171F9-9A6C-4F3C-8158-4C171A137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4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29A430-C327-41DE-8D41-3FC92C92AAEB}"/>
              </a:ext>
            </a:extLst>
          </p:cNvPr>
          <p:cNvSpPr/>
          <p:nvPr/>
        </p:nvSpPr>
        <p:spPr>
          <a:xfrm>
            <a:off x="2320212" y="3048000"/>
            <a:ext cx="2961470" cy="615820"/>
          </a:xfrm>
          <a:prstGeom prst="roundRect">
            <a:avLst>
              <a:gd name="adj" fmla="val 8238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C0B2A-1CD2-4847-83CF-10614C2EBFBD}"/>
              </a:ext>
            </a:extLst>
          </p:cNvPr>
          <p:cNvSpPr txBox="1"/>
          <p:nvPr/>
        </p:nvSpPr>
        <p:spPr>
          <a:xfrm>
            <a:off x="3302409" y="3116647"/>
            <a:ext cx="119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 Rounded MT Bold" panose="020F0704030504030204" pitchFamily="34" charset="0"/>
              </a:rPr>
              <a:t>Model</a:t>
            </a:r>
            <a:endParaRPr lang="zh-CN" alt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4A5EE3-6037-4E4E-AB46-A37DDD52548D}"/>
              </a:ext>
            </a:extLst>
          </p:cNvPr>
          <p:cNvSpPr/>
          <p:nvPr/>
        </p:nvSpPr>
        <p:spPr>
          <a:xfrm>
            <a:off x="2320212" y="3988837"/>
            <a:ext cx="1405812" cy="345232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00E88-B910-4257-9D49-26C3C8CE5813}"/>
              </a:ext>
            </a:extLst>
          </p:cNvPr>
          <p:cNvSpPr txBox="1"/>
          <p:nvPr/>
        </p:nvSpPr>
        <p:spPr>
          <a:xfrm>
            <a:off x="2424403" y="4028036"/>
            <a:ext cx="1197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 Rounded MT Bold" panose="020F0704030504030204" pitchFamily="34" charset="0"/>
              </a:rPr>
              <a:t>Prompt</a:t>
            </a:r>
            <a:endParaRPr lang="zh-CN" altLang="en-US" sz="1200" dirty="0">
              <a:latin typeface="Arial Rounded MT Bold" panose="020F07040305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788387B-6FC1-412D-843C-8CD4DB7E0892}"/>
              </a:ext>
            </a:extLst>
          </p:cNvPr>
          <p:cNvCxnSpPr>
            <a:cxnSpLocks/>
          </p:cNvCxnSpPr>
          <p:nvPr/>
        </p:nvCxnSpPr>
        <p:spPr>
          <a:xfrm flipV="1">
            <a:off x="2496563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12864C-27A7-42B3-9A54-B0009698D6F1}"/>
              </a:ext>
            </a:extLst>
          </p:cNvPr>
          <p:cNvCxnSpPr>
            <a:cxnSpLocks/>
          </p:cNvCxnSpPr>
          <p:nvPr/>
        </p:nvCxnSpPr>
        <p:spPr>
          <a:xfrm flipV="1">
            <a:off x="2840032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508F88-5032-41F2-9457-1C3F0CF1FF95}"/>
              </a:ext>
            </a:extLst>
          </p:cNvPr>
          <p:cNvCxnSpPr>
            <a:cxnSpLocks/>
          </p:cNvCxnSpPr>
          <p:nvPr/>
        </p:nvCxnSpPr>
        <p:spPr>
          <a:xfrm flipV="1">
            <a:off x="3183501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41C103-697F-4CA3-9A82-D60BA23AE3AC}"/>
              </a:ext>
            </a:extLst>
          </p:cNvPr>
          <p:cNvSpPr/>
          <p:nvPr/>
        </p:nvSpPr>
        <p:spPr>
          <a:xfrm>
            <a:off x="3844767" y="3988837"/>
            <a:ext cx="959245" cy="345232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37AFC4-0A43-462B-8435-0E56C62C19CA}"/>
              </a:ext>
            </a:extLst>
          </p:cNvPr>
          <p:cNvSpPr txBox="1"/>
          <p:nvPr/>
        </p:nvSpPr>
        <p:spPr>
          <a:xfrm>
            <a:off x="3800306" y="4023206"/>
            <a:ext cx="106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 Rounded MT Bold" panose="020F0704030504030204" pitchFamily="34" charset="0"/>
              </a:rPr>
              <a:t>Response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2CC2B5-67C4-4B9D-AD3B-1913A7A1E0AE}"/>
              </a:ext>
            </a:extLst>
          </p:cNvPr>
          <p:cNvCxnSpPr>
            <a:cxnSpLocks/>
          </p:cNvCxnSpPr>
          <p:nvPr/>
        </p:nvCxnSpPr>
        <p:spPr>
          <a:xfrm flipV="1">
            <a:off x="3526970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F73DE0E-C4AC-42AC-B150-B26E8D49012C}"/>
              </a:ext>
            </a:extLst>
          </p:cNvPr>
          <p:cNvCxnSpPr>
            <a:cxnSpLocks/>
          </p:cNvCxnSpPr>
          <p:nvPr/>
        </p:nvCxnSpPr>
        <p:spPr>
          <a:xfrm flipV="1">
            <a:off x="3972796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3376300-AFFB-49A3-B7E0-3548E24D38C8}"/>
              </a:ext>
            </a:extLst>
          </p:cNvPr>
          <p:cNvCxnSpPr>
            <a:cxnSpLocks/>
          </p:cNvCxnSpPr>
          <p:nvPr/>
        </p:nvCxnSpPr>
        <p:spPr>
          <a:xfrm flipV="1">
            <a:off x="4316265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C73B3DF-26A4-4F43-979A-90804FF0883F}"/>
              </a:ext>
            </a:extLst>
          </p:cNvPr>
          <p:cNvCxnSpPr>
            <a:cxnSpLocks/>
          </p:cNvCxnSpPr>
          <p:nvPr/>
        </p:nvCxnSpPr>
        <p:spPr>
          <a:xfrm flipV="1">
            <a:off x="4659734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1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042F7FD0-0B20-4E1F-8F1D-0F5E8886D853}"/>
              </a:ext>
            </a:extLst>
          </p:cNvPr>
          <p:cNvGrpSpPr/>
          <p:nvPr/>
        </p:nvGrpSpPr>
        <p:grpSpPr>
          <a:xfrm>
            <a:off x="246759" y="2013605"/>
            <a:ext cx="8140889" cy="3970641"/>
            <a:chOff x="246759" y="2013605"/>
            <a:chExt cx="8140889" cy="3970641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BA5AEE2-96C5-4C02-9293-0475284A0505}"/>
                </a:ext>
              </a:extLst>
            </p:cNvPr>
            <p:cNvSpPr/>
            <p:nvPr/>
          </p:nvSpPr>
          <p:spPr>
            <a:xfrm>
              <a:off x="246759" y="2013605"/>
              <a:ext cx="8140889" cy="3970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6C04D6E1-D22F-46CB-88FE-F54270B89F29}"/>
                </a:ext>
              </a:extLst>
            </p:cNvPr>
            <p:cNvCxnSpPr>
              <a:cxnSpLocks/>
              <a:stCxn id="50" idx="3"/>
              <a:endCxn id="25" idx="2"/>
            </p:cNvCxnSpPr>
            <p:nvPr/>
          </p:nvCxnSpPr>
          <p:spPr>
            <a:xfrm>
              <a:off x="4352630" y="2194441"/>
              <a:ext cx="199104" cy="2006052"/>
            </a:xfrm>
            <a:prstGeom prst="bentConnector4">
              <a:avLst>
                <a:gd name="adj1" fmla="val 22878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连接符: 肘形 54">
              <a:extLst>
                <a:ext uri="{FF2B5EF4-FFF2-40B4-BE49-F238E27FC236}">
                  <a16:creationId xmlns:a16="http://schemas.microsoft.com/office/drawing/2014/main" id="{4EC0F714-59D8-4C59-AC84-AFABCB8F383E}"/>
                </a:ext>
              </a:extLst>
            </p:cNvPr>
            <p:cNvCxnSpPr>
              <a:cxnSpLocks/>
              <a:stCxn id="49" idx="3"/>
              <a:endCxn id="24" idx="2"/>
            </p:cNvCxnSpPr>
            <p:nvPr/>
          </p:nvCxnSpPr>
          <p:spPr>
            <a:xfrm>
              <a:off x="3997408" y="2194440"/>
              <a:ext cx="211797" cy="2006053"/>
            </a:xfrm>
            <a:prstGeom prst="bentConnector4">
              <a:avLst>
                <a:gd name="adj1" fmla="val 24504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F014294C-3505-4FE2-ABB2-61E824493AEF}"/>
                </a:ext>
              </a:extLst>
            </p:cNvPr>
            <p:cNvCxnSpPr>
              <a:cxnSpLocks/>
              <a:stCxn id="48" idx="3"/>
              <a:endCxn id="14" idx="2"/>
            </p:cNvCxnSpPr>
            <p:nvPr/>
          </p:nvCxnSpPr>
          <p:spPr>
            <a:xfrm>
              <a:off x="3614175" y="2194482"/>
              <a:ext cx="252502" cy="2006011"/>
            </a:xfrm>
            <a:prstGeom prst="bentConnector4">
              <a:avLst>
                <a:gd name="adj1" fmla="val 28614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788387B-6FC1-412D-843C-8CD4DB7E0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6563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312864C-27A7-42B3-9A54-B0009698D6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9091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0508F88-5032-41F2-9457-1C3F0CF1F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619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22CC2B5-67C4-4B9D-AD3B-1913A7A1E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4147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F73DE0E-C4AC-42AC-B150-B26E8D490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675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3376300-AFFB-49A3-B7E0-3548E24D3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203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C73B3DF-26A4-4F43-979A-90804FF088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1734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929A430-C327-41DE-8D41-3FC92C92AAEB}"/>
                </a:ext>
              </a:extLst>
            </p:cNvPr>
            <p:cNvSpPr/>
            <p:nvPr/>
          </p:nvSpPr>
          <p:spPr>
            <a:xfrm>
              <a:off x="2320212" y="3048000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12C0B2A-1CD2-4847-83CF-10614C2EBFBD}"/>
                </a:ext>
              </a:extLst>
            </p:cNvPr>
            <p:cNvSpPr txBox="1"/>
            <p:nvPr/>
          </p:nvSpPr>
          <p:spPr>
            <a:xfrm>
              <a:off x="3124985" y="3130295"/>
              <a:ext cx="1197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64A5EE3-6037-4E4E-AB46-A37DDD5254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88563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9C00E88-B910-4257-9D49-26C3C8CE5813}"/>
                </a:ext>
              </a:extLst>
            </p:cNvPr>
            <p:cNvSpPr txBox="1"/>
            <p:nvPr/>
          </p:nvSpPr>
          <p:spPr>
            <a:xfrm>
              <a:off x="5780699" y="2515765"/>
              <a:ext cx="11974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</a:rPr>
                <a:t>Prompt</a:t>
              </a:r>
              <a:endParaRPr lang="zh-CN" altLang="en-US" sz="1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141C103-697F-4CA3-9A82-D60BA23AE3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8677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A37AFC4-0A43-462B-8435-0E56C62C19CA}"/>
                </a:ext>
              </a:extLst>
            </p:cNvPr>
            <p:cNvSpPr txBox="1"/>
            <p:nvPr/>
          </p:nvSpPr>
          <p:spPr>
            <a:xfrm>
              <a:off x="5916702" y="2827468"/>
              <a:ext cx="1061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C00000"/>
                  </a:solidFill>
                  <a:latin typeface="Comic Sans MS" panose="030F0702030302020204" pitchFamily="66" charset="0"/>
                </a:rPr>
                <a:t>Response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EE46B01-0735-4102-959D-1ED59AEF94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31092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DC00BB8-F6F5-4E88-A06E-87579A9CD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73620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839E36D-5E92-404B-B18A-52EB062BF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6149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4428EE-98C4-4C72-AE87-82883BB8A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01205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5BE0D92-7576-42D4-803C-F54C07BA04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3734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" name="左大括号 1">
              <a:extLst>
                <a:ext uri="{FF2B5EF4-FFF2-40B4-BE49-F238E27FC236}">
                  <a16:creationId xmlns:a16="http://schemas.microsoft.com/office/drawing/2014/main" id="{F841B742-574C-4B1F-AD0A-56376889651A}"/>
                </a:ext>
              </a:extLst>
            </p:cNvPr>
            <p:cNvSpPr/>
            <p:nvPr/>
          </p:nvSpPr>
          <p:spPr>
            <a:xfrm rot="16200000">
              <a:off x="2926796" y="3838274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DB7F7F4-B7BC-46F7-8C2E-21714FEB5C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357657"/>
                </p:ext>
              </p:extLst>
            </p:nvPr>
          </p:nvGraphicFramePr>
          <p:xfrm>
            <a:off x="2929827" y="4558368"/>
            <a:ext cx="205379" cy="352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" name="AxMath" r:id="rId3" imgW="133920" imgH="228600" progId="Equation.AxMath">
                    <p:embed/>
                  </p:oleObj>
                </mc:Choice>
                <mc:Fallback>
                  <p:oleObj name="AxMath" r:id="rId3" imgW="13392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29827" y="4558368"/>
                          <a:ext cx="205379" cy="3520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左大括号 26">
              <a:extLst>
                <a:ext uri="{FF2B5EF4-FFF2-40B4-BE49-F238E27FC236}">
                  <a16:creationId xmlns:a16="http://schemas.microsoft.com/office/drawing/2014/main" id="{0B5AABB1-D094-4C5D-BC96-A546E023DBD3}"/>
                </a:ext>
              </a:extLst>
            </p:cNvPr>
            <p:cNvSpPr/>
            <p:nvPr/>
          </p:nvSpPr>
          <p:spPr>
            <a:xfrm rot="16200000">
              <a:off x="3090562" y="4052857"/>
              <a:ext cx="216001" cy="1620000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6FF39104-FF0B-4D1E-998E-F6D31FC0BB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164771"/>
                </p:ext>
              </p:extLst>
            </p:nvPr>
          </p:nvGraphicFramePr>
          <p:xfrm>
            <a:off x="2998148" y="4933451"/>
            <a:ext cx="42862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" name="AxMath" r:id="rId5" imgW="278280" imgH="228600" progId="Equation.AxMath">
                    <p:embed/>
                  </p:oleObj>
                </mc:Choice>
                <mc:Fallback>
                  <p:oleObj name="AxMath" r:id="rId5" imgW="278280" imgH="228600" progId="Equation.AxMath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B7F7F4-B7BC-46F7-8C2E-21714FEB5C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98148" y="4933451"/>
                          <a:ext cx="428625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左大括号 28">
              <a:extLst>
                <a:ext uri="{FF2B5EF4-FFF2-40B4-BE49-F238E27FC236}">
                  <a16:creationId xmlns:a16="http://schemas.microsoft.com/office/drawing/2014/main" id="{AD0A0D77-F778-4D6A-A805-3388E12CA335}"/>
                </a:ext>
              </a:extLst>
            </p:cNvPr>
            <p:cNvSpPr/>
            <p:nvPr/>
          </p:nvSpPr>
          <p:spPr>
            <a:xfrm rot="16200000">
              <a:off x="3271259" y="4298404"/>
              <a:ext cx="216002" cy="1989700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C3E35C9A-D278-45E3-9D3F-CE149D55D6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7285204"/>
                </p:ext>
              </p:extLst>
            </p:nvPr>
          </p:nvGraphicFramePr>
          <p:xfrm>
            <a:off x="3152279" y="5354638"/>
            <a:ext cx="4397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" name="AxMath" r:id="rId7" imgW="285120" imgH="228600" progId="Equation.AxMath">
                    <p:embed/>
                  </p:oleObj>
                </mc:Choice>
                <mc:Fallback>
                  <p:oleObj name="AxMath" r:id="rId7" imgW="285120" imgH="228600" progId="Equation.AxMath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6FF39104-FF0B-4D1E-998E-F6D31FC0BB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52279" y="5354638"/>
                          <a:ext cx="439737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D0FE4148-BB99-4B01-8045-9FB2DD0965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2546264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9FABBA5-51DA-4ACA-B518-71C7EAECC6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285796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12DFD14-CC95-4980-93E1-A26212AF8C40}"/>
                </a:ext>
              </a:extLst>
            </p:cNvPr>
            <p:cNvSpPr txBox="1"/>
            <p:nvPr/>
          </p:nvSpPr>
          <p:spPr>
            <a:xfrm>
              <a:off x="3165542" y="5707247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7491850-98E1-4724-9555-F47625F86E7C}"/>
                </a:ext>
              </a:extLst>
            </p:cNvPr>
            <p:cNvSpPr txBox="1"/>
            <p:nvPr/>
          </p:nvSpPr>
          <p:spPr>
            <a:xfrm>
              <a:off x="4680249" y="3923494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5A5D53A-C826-4248-960B-69FF67EC4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858" y="2797791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536A1451-82FF-48E1-A190-798BBEA70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6147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F93CCC73-1200-484D-B778-BBB8DACAA4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8675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A7564FA-B2E3-4D5E-9154-DC88BFC5B4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01205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DAFE9DA8-1A58-4BAF-BDE3-1FDA24AA54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3734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5740DFF-5ACC-4C6E-9309-B61720058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675" y="2788693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583AE13-F177-4C1F-955C-95AC31889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203" y="2790969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F3B0DB0-058F-4AA8-8F69-0AA27B8F4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2877" y="2788695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6929C18-55D7-47B2-9348-398A66AD1574}"/>
                </a:ext>
              </a:extLst>
            </p:cNvPr>
            <p:cNvSpPr txBox="1"/>
            <p:nvPr/>
          </p:nvSpPr>
          <p:spPr>
            <a:xfrm>
              <a:off x="5792522" y="3143781"/>
              <a:ext cx="1506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C00000"/>
                  </a:solidFill>
                  <a:latin typeface="Comic Sans MS" panose="030F0702030302020204" pitchFamily="66" charset="0"/>
                </a:rPr>
                <a:t>Output Prob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A928EFB5-40E1-44B3-A54F-62FB13EAA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317517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B7ADBF07-7D54-4E3E-A497-455F5FBCAD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5686631"/>
                </p:ext>
              </p:extLst>
            </p:nvPr>
          </p:nvGraphicFramePr>
          <p:xfrm>
            <a:off x="3458749" y="2083915"/>
            <a:ext cx="155426" cy="221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2" name="AxMath" r:id="rId9" imgW="161640" imgH="228600" progId="Equation.AxMath">
                    <p:embed/>
                  </p:oleObj>
                </mc:Choice>
                <mc:Fallback>
                  <p:oleObj name="AxMath" r:id="rId9" imgW="161640" imgH="228600" progId="Equation.AxMath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B7F7F4-B7BC-46F7-8C2E-21714FEB5C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58749" y="2083915"/>
                          <a:ext cx="155426" cy="2211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DFFDA1CD-DF08-4FDF-84BA-859663CD6D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8540357"/>
                </p:ext>
              </p:extLst>
            </p:nvPr>
          </p:nvGraphicFramePr>
          <p:xfrm>
            <a:off x="3714784" y="2084366"/>
            <a:ext cx="282624" cy="220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" name="AxMath" r:id="rId11" imgW="291600" imgH="228600" progId="Equation.AxMath">
                    <p:embed/>
                  </p:oleObj>
                </mc:Choice>
                <mc:Fallback>
                  <p:oleObj name="AxMath" r:id="rId11" imgW="291600" imgH="228600" progId="Equation.AxMath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B7ADBF07-7D54-4E3E-A497-455F5FBCAD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14784" y="2084366"/>
                          <a:ext cx="282624" cy="220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3389AA0C-C24E-4940-B88A-C18563018D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4461291"/>
                </p:ext>
              </p:extLst>
            </p:nvPr>
          </p:nvGraphicFramePr>
          <p:xfrm>
            <a:off x="4064056" y="2084366"/>
            <a:ext cx="288574" cy="220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4" name="AxMath" r:id="rId13" imgW="298800" imgH="228600" progId="Equation.AxMath">
                    <p:embed/>
                  </p:oleObj>
                </mc:Choice>
                <mc:Fallback>
                  <p:oleObj name="AxMath" r:id="rId13" imgW="298800" imgH="228600" progId="Equation.AxMath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DFFDA1CD-DF08-4FDF-84BA-859663CD6D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64056" y="2084366"/>
                          <a:ext cx="288574" cy="220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D62814D0-2E03-435E-9FCF-47E0FD0C3E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5766177"/>
                </p:ext>
              </p:extLst>
            </p:nvPr>
          </p:nvGraphicFramePr>
          <p:xfrm>
            <a:off x="4419439" y="2084366"/>
            <a:ext cx="290558" cy="220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5" name="AxMath" r:id="rId15" imgW="300240" imgH="228600" progId="Equation.AxMath">
                    <p:embed/>
                  </p:oleObj>
                </mc:Choice>
                <mc:Fallback>
                  <p:oleObj name="AxMath" r:id="rId15" imgW="300240" imgH="228600" progId="Equation.AxMath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3389AA0C-C24E-4940-B88A-C18563018D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19439" y="2084366"/>
                          <a:ext cx="290558" cy="220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D7EC224-59C8-431C-B714-86491974B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3715" y="2305150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EE0B6EFE-D649-47BF-B6FE-22F13BD70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5532" y="2296052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5C4C98A-7DAB-4049-99D5-BB878CCD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8060" y="2298328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99ABDD13-4B17-4071-BB66-C447E5098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1734" y="2296054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060D9E1-92F1-475D-B14A-CBF683852FC0}"/>
                </a:ext>
              </a:extLst>
            </p:cNvPr>
            <p:cNvSpPr txBox="1"/>
            <p:nvPr/>
          </p:nvSpPr>
          <p:spPr>
            <a:xfrm>
              <a:off x="4573544" y="2247994"/>
              <a:ext cx="7406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rPr>
                <a:t>Sample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657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0BA5AEE2-96C5-4C02-9293-0475284A0505}"/>
              </a:ext>
            </a:extLst>
          </p:cNvPr>
          <p:cNvSpPr/>
          <p:nvPr/>
        </p:nvSpPr>
        <p:spPr>
          <a:xfrm>
            <a:off x="246759" y="2013605"/>
            <a:ext cx="8140889" cy="3970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C04D6E1-D22F-46CB-88FE-F54270B89F29}"/>
              </a:ext>
            </a:extLst>
          </p:cNvPr>
          <p:cNvCxnSpPr>
            <a:cxnSpLocks/>
            <a:stCxn id="50" idx="3"/>
            <a:endCxn id="25" idx="2"/>
          </p:cNvCxnSpPr>
          <p:nvPr/>
        </p:nvCxnSpPr>
        <p:spPr>
          <a:xfrm>
            <a:off x="4352630" y="2194441"/>
            <a:ext cx="199104" cy="2006052"/>
          </a:xfrm>
          <a:prstGeom prst="bentConnector4">
            <a:avLst>
              <a:gd name="adj1" fmla="val 22878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4EC0F714-59D8-4C59-AC84-AFABCB8F383E}"/>
              </a:ext>
            </a:extLst>
          </p:cNvPr>
          <p:cNvCxnSpPr>
            <a:cxnSpLocks/>
            <a:stCxn id="49" idx="3"/>
            <a:endCxn id="24" idx="2"/>
          </p:cNvCxnSpPr>
          <p:nvPr/>
        </p:nvCxnSpPr>
        <p:spPr>
          <a:xfrm>
            <a:off x="3997408" y="2194440"/>
            <a:ext cx="211797" cy="2006053"/>
          </a:xfrm>
          <a:prstGeom prst="bentConnector4">
            <a:avLst>
              <a:gd name="adj1" fmla="val 24504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F014294C-3505-4FE2-ABB2-61E824493AEF}"/>
              </a:ext>
            </a:extLst>
          </p:cNvPr>
          <p:cNvCxnSpPr>
            <a:cxnSpLocks/>
            <a:stCxn id="48" idx="3"/>
            <a:endCxn id="14" idx="2"/>
          </p:cNvCxnSpPr>
          <p:nvPr/>
        </p:nvCxnSpPr>
        <p:spPr>
          <a:xfrm>
            <a:off x="3614175" y="2194482"/>
            <a:ext cx="252502" cy="2006011"/>
          </a:xfrm>
          <a:prstGeom prst="bentConnector4">
            <a:avLst>
              <a:gd name="adj1" fmla="val 28614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788387B-6FC1-412D-843C-8CD4DB7E0892}"/>
              </a:ext>
            </a:extLst>
          </p:cNvPr>
          <p:cNvCxnSpPr>
            <a:cxnSpLocks/>
          </p:cNvCxnSpPr>
          <p:nvPr/>
        </p:nvCxnSpPr>
        <p:spPr>
          <a:xfrm flipV="1">
            <a:off x="2496563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12864C-27A7-42B3-9A54-B0009698D6F1}"/>
              </a:ext>
            </a:extLst>
          </p:cNvPr>
          <p:cNvCxnSpPr>
            <a:cxnSpLocks/>
          </p:cNvCxnSpPr>
          <p:nvPr/>
        </p:nvCxnSpPr>
        <p:spPr>
          <a:xfrm flipV="1">
            <a:off x="2839091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508F88-5032-41F2-9457-1C3F0CF1FF95}"/>
              </a:ext>
            </a:extLst>
          </p:cNvPr>
          <p:cNvCxnSpPr>
            <a:cxnSpLocks/>
          </p:cNvCxnSpPr>
          <p:nvPr/>
        </p:nvCxnSpPr>
        <p:spPr>
          <a:xfrm flipV="1">
            <a:off x="3181619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2CC2B5-67C4-4B9D-AD3B-1913A7A1E0AE}"/>
              </a:ext>
            </a:extLst>
          </p:cNvPr>
          <p:cNvCxnSpPr>
            <a:cxnSpLocks/>
          </p:cNvCxnSpPr>
          <p:nvPr/>
        </p:nvCxnSpPr>
        <p:spPr>
          <a:xfrm flipV="1">
            <a:off x="3524147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F73DE0E-C4AC-42AC-B150-B26E8D49012C}"/>
              </a:ext>
            </a:extLst>
          </p:cNvPr>
          <p:cNvCxnSpPr>
            <a:cxnSpLocks/>
          </p:cNvCxnSpPr>
          <p:nvPr/>
        </p:nvCxnSpPr>
        <p:spPr>
          <a:xfrm flipV="1">
            <a:off x="3866675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3376300-AFFB-49A3-B7E0-3548E24D38C8}"/>
              </a:ext>
            </a:extLst>
          </p:cNvPr>
          <p:cNvCxnSpPr>
            <a:cxnSpLocks/>
          </p:cNvCxnSpPr>
          <p:nvPr/>
        </p:nvCxnSpPr>
        <p:spPr>
          <a:xfrm flipV="1">
            <a:off x="4209203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C73B3DF-26A4-4F43-979A-90804FF0883F}"/>
              </a:ext>
            </a:extLst>
          </p:cNvPr>
          <p:cNvCxnSpPr>
            <a:cxnSpLocks/>
          </p:cNvCxnSpPr>
          <p:nvPr/>
        </p:nvCxnSpPr>
        <p:spPr>
          <a:xfrm flipV="1">
            <a:off x="4551734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29A430-C327-41DE-8D41-3FC92C92AAEB}"/>
              </a:ext>
            </a:extLst>
          </p:cNvPr>
          <p:cNvSpPr/>
          <p:nvPr/>
        </p:nvSpPr>
        <p:spPr>
          <a:xfrm>
            <a:off x="2320212" y="3048000"/>
            <a:ext cx="2961470" cy="615820"/>
          </a:xfrm>
          <a:prstGeom prst="roundRect">
            <a:avLst>
              <a:gd name="adj" fmla="val 8238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C0B2A-1CD2-4847-83CF-10614C2EBFBD}"/>
              </a:ext>
            </a:extLst>
          </p:cNvPr>
          <p:cNvSpPr txBox="1"/>
          <p:nvPr/>
        </p:nvSpPr>
        <p:spPr>
          <a:xfrm>
            <a:off x="3124985" y="3130295"/>
            <a:ext cx="119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mic Sans MS" panose="030F0702030302020204" pitchFamily="66" charset="0"/>
              </a:rPr>
              <a:t>Model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4A5EE3-6037-4E4E-AB46-A37DDD52548D}"/>
              </a:ext>
            </a:extLst>
          </p:cNvPr>
          <p:cNvSpPr>
            <a:spLocks noChangeAspect="1"/>
          </p:cNvSpPr>
          <p:nvPr/>
        </p:nvSpPr>
        <p:spPr>
          <a:xfrm>
            <a:off x="2388563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00E88-B910-4257-9D49-26C3C8CE5813}"/>
              </a:ext>
            </a:extLst>
          </p:cNvPr>
          <p:cNvSpPr txBox="1"/>
          <p:nvPr/>
        </p:nvSpPr>
        <p:spPr>
          <a:xfrm>
            <a:off x="5780699" y="2515765"/>
            <a:ext cx="1197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Prompt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41C103-697F-4CA3-9A82-D60BA23AE3AC}"/>
              </a:ext>
            </a:extLst>
          </p:cNvPr>
          <p:cNvSpPr>
            <a:spLocks noChangeAspect="1"/>
          </p:cNvSpPr>
          <p:nvPr/>
        </p:nvSpPr>
        <p:spPr>
          <a:xfrm>
            <a:off x="3758677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37AFC4-0A43-462B-8435-0E56C62C19CA}"/>
              </a:ext>
            </a:extLst>
          </p:cNvPr>
          <p:cNvSpPr txBox="1"/>
          <p:nvPr/>
        </p:nvSpPr>
        <p:spPr>
          <a:xfrm>
            <a:off x="5916702" y="2827468"/>
            <a:ext cx="106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</a:rPr>
              <a:t>Response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EE46B01-0735-4102-959D-1ED59AEF94A2}"/>
              </a:ext>
            </a:extLst>
          </p:cNvPr>
          <p:cNvSpPr>
            <a:spLocks noChangeAspect="1"/>
          </p:cNvSpPr>
          <p:nvPr/>
        </p:nvSpPr>
        <p:spPr>
          <a:xfrm>
            <a:off x="2731092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DC00BB8-F6F5-4E88-A06E-87579A9CD6C0}"/>
              </a:ext>
            </a:extLst>
          </p:cNvPr>
          <p:cNvSpPr>
            <a:spLocks noChangeAspect="1"/>
          </p:cNvSpPr>
          <p:nvPr/>
        </p:nvSpPr>
        <p:spPr>
          <a:xfrm>
            <a:off x="3073620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839E36D-5E92-404B-B18A-52EB062BF5C0}"/>
              </a:ext>
            </a:extLst>
          </p:cNvPr>
          <p:cNvSpPr>
            <a:spLocks noChangeAspect="1"/>
          </p:cNvSpPr>
          <p:nvPr/>
        </p:nvSpPr>
        <p:spPr>
          <a:xfrm>
            <a:off x="3416149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14428EE-98C4-4C72-AE87-82883BB8AFE8}"/>
              </a:ext>
            </a:extLst>
          </p:cNvPr>
          <p:cNvSpPr>
            <a:spLocks noChangeAspect="1"/>
          </p:cNvSpPr>
          <p:nvPr/>
        </p:nvSpPr>
        <p:spPr>
          <a:xfrm>
            <a:off x="4101205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5BE0D92-7576-42D4-803C-F54C07BA04DF}"/>
              </a:ext>
            </a:extLst>
          </p:cNvPr>
          <p:cNvSpPr>
            <a:spLocks noChangeAspect="1"/>
          </p:cNvSpPr>
          <p:nvPr/>
        </p:nvSpPr>
        <p:spPr>
          <a:xfrm>
            <a:off x="4443734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F841B742-574C-4B1F-AD0A-56376889651A}"/>
              </a:ext>
            </a:extLst>
          </p:cNvPr>
          <p:cNvSpPr/>
          <p:nvPr/>
        </p:nvSpPr>
        <p:spPr>
          <a:xfrm rot="16200000">
            <a:off x="2926796" y="3838274"/>
            <a:ext cx="216001" cy="1286999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DB7F7F4-B7BC-46F7-8C2E-21714FEB5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9827" y="4558368"/>
          <a:ext cx="205379" cy="352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AxMath" r:id="rId3" imgW="133920" imgH="228600" progId="Equation.AxMath">
                  <p:embed/>
                </p:oleObj>
              </mc:Choice>
              <mc:Fallback>
                <p:oleObj name="AxMath" r:id="rId3" imgW="133920" imgH="228600" progId="Equation.AxMath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DB7F7F4-B7BC-46F7-8C2E-21714FEB5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9827" y="4558368"/>
                        <a:ext cx="205379" cy="352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左大括号 26">
            <a:extLst>
              <a:ext uri="{FF2B5EF4-FFF2-40B4-BE49-F238E27FC236}">
                <a16:creationId xmlns:a16="http://schemas.microsoft.com/office/drawing/2014/main" id="{0B5AABB1-D094-4C5D-BC96-A546E023DBD3}"/>
              </a:ext>
            </a:extLst>
          </p:cNvPr>
          <p:cNvSpPr/>
          <p:nvPr/>
        </p:nvSpPr>
        <p:spPr>
          <a:xfrm rot="16200000">
            <a:off x="3090562" y="4052857"/>
            <a:ext cx="216001" cy="1620000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FF39104-FF0B-4D1E-998E-F6D31FC0BB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8148" y="4933451"/>
          <a:ext cx="4286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AxMath" r:id="rId5" imgW="278280" imgH="228600" progId="Equation.AxMath">
                  <p:embed/>
                </p:oleObj>
              </mc:Choice>
              <mc:Fallback>
                <p:oleObj name="AxMath" r:id="rId5" imgW="278280" imgH="228600" progId="Equation.AxMath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6FF39104-FF0B-4D1E-998E-F6D31FC0BB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8148" y="4933451"/>
                        <a:ext cx="428625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左大括号 28">
            <a:extLst>
              <a:ext uri="{FF2B5EF4-FFF2-40B4-BE49-F238E27FC236}">
                <a16:creationId xmlns:a16="http://schemas.microsoft.com/office/drawing/2014/main" id="{AD0A0D77-F778-4D6A-A805-3388E12CA335}"/>
              </a:ext>
            </a:extLst>
          </p:cNvPr>
          <p:cNvSpPr/>
          <p:nvPr/>
        </p:nvSpPr>
        <p:spPr>
          <a:xfrm rot="16200000">
            <a:off x="3271259" y="4298404"/>
            <a:ext cx="216002" cy="1989700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3E35C9A-D278-45E3-9D3F-CE149D55D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279" y="5354638"/>
          <a:ext cx="4397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AxMath" r:id="rId7" imgW="285120" imgH="228600" progId="Equation.AxMath">
                  <p:embed/>
                </p:oleObj>
              </mc:Choice>
              <mc:Fallback>
                <p:oleObj name="AxMath" r:id="rId7" imgW="285120" imgH="228600" progId="Equation.AxMath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3E35C9A-D278-45E3-9D3F-CE149D55D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52279" y="5354638"/>
                        <a:ext cx="439737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0FE4148-BB99-4B01-8045-9FB2DD096539}"/>
              </a:ext>
            </a:extLst>
          </p:cNvPr>
          <p:cNvSpPr>
            <a:spLocks noChangeAspect="1"/>
          </p:cNvSpPr>
          <p:nvPr/>
        </p:nvSpPr>
        <p:spPr>
          <a:xfrm>
            <a:off x="5734822" y="2546264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9FABBA5-51DA-4ACA-B518-71C7EAECC671}"/>
              </a:ext>
            </a:extLst>
          </p:cNvPr>
          <p:cNvSpPr>
            <a:spLocks noChangeAspect="1"/>
          </p:cNvSpPr>
          <p:nvPr/>
        </p:nvSpPr>
        <p:spPr>
          <a:xfrm>
            <a:off x="5734822" y="2857968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2DFD14-CC95-4980-93E1-A26212AF8C40}"/>
              </a:ext>
            </a:extLst>
          </p:cNvPr>
          <p:cNvSpPr txBox="1"/>
          <p:nvPr/>
        </p:nvSpPr>
        <p:spPr>
          <a:xfrm>
            <a:off x="3165542" y="5707247"/>
            <a:ext cx="59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……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7491850-98E1-4724-9555-F47625F86E7C}"/>
              </a:ext>
            </a:extLst>
          </p:cNvPr>
          <p:cNvSpPr txBox="1"/>
          <p:nvPr/>
        </p:nvSpPr>
        <p:spPr>
          <a:xfrm>
            <a:off x="4680249" y="3923494"/>
            <a:ext cx="59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DC2835"/>
                </a:solidFill>
                <a:latin typeface="Comic Sans MS" panose="030F0702030302020204" pitchFamily="66" charset="0"/>
              </a:rPr>
              <a:t>……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5A5D53A-C826-4248-960B-69FF67EC4DD4}"/>
              </a:ext>
            </a:extLst>
          </p:cNvPr>
          <p:cNvCxnSpPr>
            <a:cxnSpLocks/>
          </p:cNvCxnSpPr>
          <p:nvPr/>
        </p:nvCxnSpPr>
        <p:spPr>
          <a:xfrm flipV="1">
            <a:off x="3514858" y="2797791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36A1451-82FF-48E1-A190-798BBEA70999}"/>
              </a:ext>
            </a:extLst>
          </p:cNvPr>
          <p:cNvSpPr>
            <a:spLocks noChangeAspect="1"/>
          </p:cNvSpPr>
          <p:nvPr/>
        </p:nvSpPr>
        <p:spPr>
          <a:xfrm>
            <a:off x="3416147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93CCC73-1200-484D-B778-BBB8DACAA40B}"/>
              </a:ext>
            </a:extLst>
          </p:cNvPr>
          <p:cNvSpPr>
            <a:spLocks noChangeAspect="1"/>
          </p:cNvSpPr>
          <p:nvPr/>
        </p:nvSpPr>
        <p:spPr>
          <a:xfrm>
            <a:off x="3758675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A7564FA-B2E3-4D5E-9154-DC88BFC5B465}"/>
              </a:ext>
            </a:extLst>
          </p:cNvPr>
          <p:cNvSpPr>
            <a:spLocks noChangeAspect="1"/>
          </p:cNvSpPr>
          <p:nvPr/>
        </p:nvSpPr>
        <p:spPr>
          <a:xfrm>
            <a:off x="4101205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AFE9DA8-1A58-4BAF-BDE3-1FDA24AA5444}"/>
              </a:ext>
            </a:extLst>
          </p:cNvPr>
          <p:cNvSpPr>
            <a:spLocks noChangeAspect="1"/>
          </p:cNvSpPr>
          <p:nvPr/>
        </p:nvSpPr>
        <p:spPr>
          <a:xfrm>
            <a:off x="4443734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5740DFF-5ACC-4C6E-9309-B61720058982}"/>
              </a:ext>
            </a:extLst>
          </p:cNvPr>
          <p:cNvCxnSpPr>
            <a:cxnSpLocks/>
          </p:cNvCxnSpPr>
          <p:nvPr/>
        </p:nvCxnSpPr>
        <p:spPr>
          <a:xfrm flipV="1">
            <a:off x="3866675" y="2788693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583AE13-F177-4C1F-955C-95AC318891F8}"/>
              </a:ext>
            </a:extLst>
          </p:cNvPr>
          <p:cNvCxnSpPr>
            <a:cxnSpLocks/>
          </p:cNvCxnSpPr>
          <p:nvPr/>
        </p:nvCxnSpPr>
        <p:spPr>
          <a:xfrm flipV="1">
            <a:off x="4209203" y="2790969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F3B0DB0-058F-4AA8-8F69-0AA27B8F4DEF}"/>
              </a:ext>
            </a:extLst>
          </p:cNvPr>
          <p:cNvCxnSpPr>
            <a:cxnSpLocks/>
          </p:cNvCxnSpPr>
          <p:nvPr/>
        </p:nvCxnSpPr>
        <p:spPr>
          <a:xfrm flipV="1">
            <a:off x="4552877" y="2788695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6929C18-55D7-47B2-9348-398A66AD1574}"/>
              </a:ext>
            </a:extLst>
          </p:cNvPr>
          <p:cNvSpPr txBox="1"/>
          <p:nvPr/>
        </p:nvSpPr>
        <p:spPr>
          <a:xfrm>
            <a:off x="5792522" y="3143781"/>
            <a:ext cx="1506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</a:rPr>
              <a:t>Output Prob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928EFB5-40E1-44B3-A54F-62FB13EAA440}"/>
              </a:ext>
            </a:extLst>
          </p:cNvPr>
          <p:cNvSpPr>
            <a:spLocks noChangeAspect="1"/>
          </p:cNvSpPr>
          <p:nvPr/>
        </p:nvSpPr>
        <p:spPr>
          <a:xfrm>
            <a:off x="5734822" y="317517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B7ADBF07-7D54-4E3E-A497-455F5FBCA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8749" y="2083915"/>
          <a:ext cx="155426" cy="22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AxMath" r:id="rId9" imgW="161640" imgH="228600" progId="Equation.AxMath">
                  <p:embed/>
                </p:oleObj>
              </mc:Choice>
              <mc:Fallback>
                <p:oleObj name="AxMath" r:id="rId9" imgW="161640" imgH="228600" progId="Equation.AxMath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B7ADBF07-7D54-4E3E-A497-455F5FBCA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58749" y="2083915"/>
                        <a:ext cx="155426" cy="22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DFFDA1CD-DF08-4FDF-84BA-859663CD6D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84" y="2084366"/>
          <a:ext cx="282624" cy="220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AxMath" r:id="rId11" imgW="291600" imgH="228600" progId="Equation.AxMath">
                  <p:embed/>
                </p:oleObj>
              </mc:Choice>
              <mc:Fallback>
                <p:oleObj name="AxMath" r:id="rId11" imgW="291600" imgH="228600" progId="Equation.AxMath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DFFDA1CD-DF08-4FDF-84BA-859663CD6D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4784" y="2084366"/>
                        <a:ext cx="282624" cy="220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3389AA0C-C24E-4940-B88A-C18563018D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4056" y="2084366"/>
          <a:ext cx="288574" cy="22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AxMath" r:id="rId13" imgW="298800" imgH="228600" progId="Equation.AxMath">
                  <p:embed/>
                </p:oleObj>
              </mc:Choice>
              <mc:Fallback>
                <p:oleObj name="AxMath" r:id="rId13" imgW="298800" imgH="228600" progId="Equation.AxMath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3389AA0C-C24E-4940-B88A-C18563018D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64056" y="2084366"/>
                        <a:ext cx="288574" cy="220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D62814D0-2E03-435E-9FCF-47E0FD0C3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439" y="2084366"/>
          <a:ext cx="290558" cy="220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AxMath" r:id="rId15" imgW="300240" imgH="228600" progId="Equation.AxMath">
                  <p:embed/>
                </p:oleObj>
              </mc:Choice>
              <mc:Fallback>
                <p:oleObj name="AxMath" r:id="rId15" imgW="300240" imgH="228600" progId="Equation.AxMath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D62814D0-2E03-435E-9FCF-47E0FD0C3E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19439" y="2084366"/>
                        <a:ext cx="290558" cy="220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D7EC224-59C8-431C-B714-86491974BA79}"/>
              </a:ext>
            </a:extLst>
          </p:cNvPr>
          <p:cNvCxnSpPr>
            <a:cxnSpLocks/>
          </p:cNvCxnSpPr>
          <p:nvPr/>
        </p:nvCxnSpPr>
        <p:spPr>
          <a:xfrm flipV="1">
            <a:off x="3513715" y="2305150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E0B6EFE-D649-47BF-B6FE-22F13BD700D9}"/>
              </a:ext>
            </a:extLst>
          </p:cNvPr>
          <p:cNvCxnSpPr>
            <a:cxnSpLocks/>
          </p:cNvCxnSpPr>
          <p:nvPr/>
        </p:nvCxnSpPr>
        <p:spPr>
          <a:xfrm flipV="1">
            <a:off x="3865532" y="2296052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5C4C98A-7DAB-4049-99D5-BB878CCDEDB5}"/>
              </a:ext>
            </a:extLst>
          </p:cNvPr>
          <p:cNvCxnSpPr>
            <a:cxnSpLocks/>
          </p:cNvCxnSpPr>
          <p:nvPr/>
        </p:nvCxnSpPr>
        <p:spPr>
          <a:xfrm flipV="1">
            <a:off x="4208060" y="2298328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9ABDD13-4B17-4071-BB66-C447E5098D2A}"/>
              </a:ext>
            </a:extLst>
          </p:cNvPr>
          <p:cNvCxnSpPr>
            <a:cxnSpLocks/>
          </p:cNvCxnSpPr>
          <p:nvPr/>
        </p:nvCxnSpPr>
        <p:spPr>
          <a:xfrm flipV="1">
            <a:off x="4551734" y="2296054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060D9E1-92F1-475D-B14A-CBF683852FC0}"/>
              </a:ext>
            </a:extLst>
          </p:cNvPr>
          <p:cNvSpPr txBox="1"/>
          <p:nvPr/>
        </p:nvSpPr>
        <p:spPr>
          <a:xfrm>
            <a:off x="4573544" y="2247994"/>
            <a:ext cx="740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Sample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2677656E-EF27-44CB-B979-EC11B9A9CDE1}"/>
              </a:ext>
            </a:extLst>
          </p:cNvPr>
          <p:cNvGrpSpPr/>
          <p:nvPr/>
        </p:nvGrpSpPr>
        <p:grpSpPr>
          <a:xfrm>
            <a:off x="231523" y="3144417"/>
            <a:ext cx="11379184" cy="3153747"/>
            <a:chOff x="231523" y="3144417"/>
            <a:chExt cx="11379184" cy="315374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BA5AEE2-96C5-4C02-9293-0475284A0505}"/>
                </a:ext>
              </a:extLst>
            </p:cNvPr>
            <p:cNvSpPr/>
            <p:nvPr/>
          </p:nvSpPr>
          <p:spPr>
            <a:xfrm>
              <a:off x="231523" y="3144417"/>
              <a:ext cx="11379184" cy="31537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788387B-6FC1-412D-843C-8CD4DB7E0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04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312864C-27A7-42B3-9A54-B0009698D6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573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0508F88-5032-41F2-9457-1C3F0CF1F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4101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22CC2B5-67C4-4B9D-AD3B-1913A7A1E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6629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F73DE0E-C4AC-42AC-B150-B26E8D490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9157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3376300-AFFB-49A3-B7E0-3548E24D3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168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C73B3DF-26A4-4F43-979A-90804FF088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216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929A430-C327-41DE-8D41-3FC92C92AAEB}"/>
                </a:ext>
              </a:extLst>
            </p:cNvPr>
            <p:cNvSpPr/>
            <p:nvPr/>
          </p:nvSpPr>
          <p:spPr>
            <a:xfrm>
              <a:off x="482694" y="4561476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12C0B2A-1CD2-4847-83CF-10614C2EBFBD}"/>
                </a:ext>
              </a:extLst>
            </p:cNvPr>
            <p:cNvSpPr txBox="1"/>
            <p:nvPr/>
          </p:nvSpPr>
          <p:spPr>
            <a:xfrm>
              <a:off x="538988" y="4649934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Reference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64A5EE3-6037-4E4E-AB46-A37DDD5254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1045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141C103-697F-4CA3-9A82-D60BA23AE3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21159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EE46B01-0735-4102-959D-1ED59AEF94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3574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DC00BB8-F6F5-4E88-A06E-87579A9CD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6102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839E36D-5E92-404B-B18A-52EB062BF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8631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4428EE-98C4-4C72-AE87-82883BB8A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63687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5BE0D92-7576-42D4-803C-F54C07BA04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06216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7491850-98E1-4724-9555-F47625F86E7C}"/>
                </a:ext>
              </a:extLst>
            </p:cNvPr>
            <p:cNvSpPr txBox="1"/>
            <p:nvPr/>
          </p:nvSpPr>
          <p:spPr>
            <a:xfrm>
              <a:off x="2842731" y="5436970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5A5D53A-C826-4248-960B-69FF67EC4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7340" y="4311267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536A1451-82FF-48E1-A190-798BBEA70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8629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F93CCC73-1200-484D-B778-BBB8DACAA4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2115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A7564FA-B2E3-4D5E-9154-DC88BFC5B4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6368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DAFE9DA8-1A58-4BAF-BDE3-1FDA24AA54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06216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5740DFF-5ACC-4C6E-9309-B61720058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9157" y="4302169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583AE13-F177-4C1F-955C-95AC31889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1685" y="4304445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F3B0DB0-058F-4AA8-8F69-0AA27B8F4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5359" y="4302171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31DBC533-1921-4E0F-AE40-86F434C38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1736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5E88FEBE-9898-4B6C-80EC-E8A3C3E3A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4264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E33EA9F4-07DB-46F2-969B-A9A044A34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6792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18DCF76C-D804-447C-909D-036595424B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9320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60378702-E291-4522-B700-8CDE663CD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1848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F8A56D90-AFA1-44B2-AB7D-7D8EB1B9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4376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F61C5444-5115-4195-ABAF-AEA2B65FE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6907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8C7FA37A-E26D-45E4-B7CE-956C93447533}"/>
                </a:ext>
              </a:extLst>
            </p:cNvPr>
            <p:cNvSpPr/>
            <p:nvPr/>
          </p:nvSpPr>
          <p:spPr>
            <a:xfrm>
              <a:off x="8205385" y="4560905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564AA504-2A96-40EB-80CD-EEA7A404957B}"/>
                </a:ext>
              </a:extLst>
            </p:cNvPr>
            <p:cNvSpPr txBox="1"/>
            <p:nvPr/>
          </p:nvSpPr>
          <p:spPr>
            <a:xfrm>
              <a:off x="8261679" y="4649363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Actor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100F1C33-9FE7-43C9-AF22-4EA223E2E4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3736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588F2A24-44DF-4597-AC76-AB6328692E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43850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F7A76BB1-C7AF-4547-98EC-40EDDBE2C2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16265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6AA5A5E9-781C-4815-BCD6-75733D9A01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58793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A43F3645-EC45-4262-8075-DFE5B34A5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01322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5557086B-33EC-441F-A2AA-38590B8714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86378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4CA3BB7E-7575-4903-9E63-5BB12A4A99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28907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C60CF393-744D-45C4-9FD6-4354266A3B7F}"/>
                </a:ext>
              </a:extLst>
            </p:cNvPr>
            <p:cNvSpPr txBox="1"/>
            <p:nvPr/>
          </p:nvSpPr>
          <p:spPr>
            <a:xfrm>
              <a:off x="10565422" y="5436399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630C4F37-D2AA-4C98-ABAD-B54313621A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0031" y="4310696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E749DA27-B622-4795-A981-0DC40DE691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01320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7D249E1E-1B61-414A-98F7-A8BF4D3BF5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43848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CBFA434A-E070-4FF7-A357-D9C69F8A64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86378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734F4FFC-CB18-4414-90DA-820E1743F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28907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6C9EE25C-9E3F-4CE8-9DB9-5EB21AD631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1848" y="430159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8C47AD74-475B-4E71-844A-0EF673BBE1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4376" y="430387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12A92FE3-497D-486B-A94D-2235B663F8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8050" y="430160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B162C00-8A62-4915-B40F-FF1C81970DF2}"/>
                </a:ext>
              </a:extLst>
            </p:cNvPr>
            <p:cNvGrpSpPr/>
            <p:nvPr/>
          </p:nvGrpSpPr>
          <p:grpSpPr>
            <a:xfrm>
              <a:off x="4387564" y="3590558"/>
              <a:ext cx="2993988" cy="2116578"/>
              <a:chOff x="2320212" y="4271054"/>
              <a:chExt cx="2993988" cy="2116578"/>
            </a:xfrm>
          </p:grpSpPr>
          <p:cxnSp>
            <p:nvCxnSpPr>
              <p:cNvPr id="211" name="连接符: 肘形 210">
                <a:extLst>
                  <a:ext uri="{FF2B5EF4-FFF2-40B4-BE49-F238E27FC236}">
                    <a16:creationId xmlns:a16="http://schemas.microsoft.com/office/drawing/2014/main" id="{B183BF59-8818-4F11-A2B0-F9511860AF17}"/>
                  </a:ext>
                </a:extLst>
              </p:cNvPr>
              <p:cNvCxnSpPr>
                <a:cxnSpLocks/>
                <a:stCxn id="248" idx="3"/>
                <a:endCxn id="229" idx="2"/>
              </p:cNvCxnSpPr>
              <p:nvPr/>
            </p:nvCxnSpPr>
            <p:spPr>
              <a:xfrm>
                <a:off x="4352630" y="4381580"/>
                <a:ext cx="199104" cy="2006052"/>
              </a:xfrm>
              <a:prstGeom prst="bentConnector4">
                <a:avLst>
                  <a:gd name="adj1" fmla="val 22878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连接符: 肘形 211">
                <a:extLst>
                  <a:ext uri="{FF2B5EF4-FFF2-40B4-BE49-F238E27FC236}">
                    <a16:creationId xmlns:a16="http://schemas.microsoft.com/office/drawing/2014/main" id="{C54BCE49-2209-4747-9FA6-D43110C4CDC5}"/>
                  </a:ext>
                </a:extLst>
              </p:cNvPr>
              <p:cNvCxnSpPr>
                <a:cxnSpLocks/>
                <a:stCxn id="247" idx="3"/>
                <a:endCxn id="228" idx="2"/>
              </p:cNvCxnSpPr>
              <p:nvPr/>
            </p:nvCxnSpPr>
            <p:spPr>
              <a:xfrm>
                <a:off x="3997408" y="4381579"/>
                <a:ext cx="211797" cy="2006053"/>
              </a:xfrm>
              <a:prstGeom prst="bentConnector4">
                <a:avLst>
                  <a:gd name="adj1" fmla="val 24504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连接符: 肘形 212">
                <a:extLst>
                  <a:ext uri="{FF2B5EF4-FFF2-40B4-BE49-F238E27FC236}">
                    <a16:creationId xmlns:a16="http://schemas.microsoft.com/office/drawing/2014/main" id="{3BEAED43-EC1D-4A7B-9D26-B93FEB48B68E}"/>
                  </a:ext>
                </a:extLst>
              </p:cNvPr>
              <p:cNvCxnSpPr>
                <a:cxnSpLocks/>
                <a:stCxn id="246" idx="3"/>
                <a:endCxn id="224" idx="2"/>
              </p:cNvCxnSpPr>
              <p:nvPr/>
            </p:nvCxnSpPr>
            <p:spPr>
              <a:xfrm>
                <a:off x="3614175" y="4381621"/>
                <a:ext cx="252502" cy="2006011"/>
              </a:xfrm>
              <a:prstGeom prst="bentConnector4">
                <a:avLst>
                  <a:gd name="adj1" fmla="val 28614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A261B504-85B8-43BD-B7FD-9E4EF3A5E9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6563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91CE8F20-E146-427E-8334-18B8E41010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9091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箭头连接符 215">
                <a:extLst>
                  <a:ext uri="{FF2B5EF4-FFF2-40B4-BE49-F238E27FC236}">
                    <a16:creationId xmlns:a16="http://schemas.microsoft.com/office/drawing/2014/main" id="{C4524AE5-5088-46A3-AE9C-1322711A86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1619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4BF865F6-BEB6-4EE2-A9D3-3B95691246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24147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F736C4A1-FEF8-4D4B-A99B-F9BC927DA1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675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箭头连接符 218">
                <a:extLst>
                  <a:ext uri="{FF2B5EF4-FFF2-40B4-BE49-F238E27FC236}">
                    <a16:creationId xmlns:a16="http://schemas.microsoft.com/office/drawing/2014/main" id="{7245037B-993B-440D-B4AE-D664D30E25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9203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30CB6CD1-0286-4EB5-97A4-1BDC30B9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1734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1" name="矩形: 圆角 220">
                <a:extLst>
                  <a:ext uri="{FF2B5EF4-FFF2-40B4-BE49-F238E27FC236}">
                    <a16:creationId xmlns:a16="http://schemas.microsoft.com/office/drawing/2014/main" id="{5A61DBA1-C01F-43FE-B8F1-DA622D6DF068}"/>
                  </a:ext>
                </a:extLst>
              </p:cNvPr>
              <p:cNvSpPr/>
              <p:nvPr/>
            </p:nvSpPr>
            <p:spPr>
              <a:xfrm>
                <a:off x="2320212" y="5235139"/>
                <a:ext cx="2961470" cy="615820"/>
              </a:xfrm>
              <a:prstGeom prst="roundRect">
                <a:avLst>
                  <a:gd name="adj" fmla="val 8238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A0A2E8D0-57DE-4FC3-B31B-92C57CCFEC0E}"/>
                  </a:ext>
                </a:extLst>
              </p:cNvPr>
              <p:cNvSpPr txBox="1"/>
              <p:nvPr/>
            </p:nvSpPr>
            <p:spPr>
              <a:xfrm>
                <a:off x="2759991" y="5318896"/>
                <a:ext cx="221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Comic Sans MS" panose="030F0702030302020204" pitchFamily="66" charset="0"/>
                  </a:rPr>
                  <a:t>Initial Model</a:t>
                </a:r>
                <a:endParaRPr lang="zh-CN" altLang="en-US" sz="2400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3" name="矩形: 圆角 222">
                <a:extLst>
                  <a:ext uri="{FF2B5EF4-FFF2-40B4-BE49-F238E27FC236}">
                    <a16:creationId xmlns:a16="http://schemas.microsoft.com/office/drawing/2014/main" id="{B172A786-A112-47E4-83AF-77AD8C27AD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88563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4" name="矩形: 圆角 223">
                <a:extLst>
                  <a:ext uri="{FF2B5EF4-FFF2-40B4-BE49-F238E27FC236}">
                    <a16:creationId xmlns:a16="http://schemas.microsoft.com/office/drawing/2014/main" id="{991223A6-315F-410A-AFD0-A6E6580751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8677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5" name="矩形: 圆角 224">
                <a:extLst>
                  <a:ext uri="{FF2B5EF4-FFF2-40B4-BE49-F238E27FC236}">
                    <a16:creationId xmlns:a16="http://schemas.microsoft.com/office/drawing/2014/main" id="{3503EA93-99C1-4534-848D-E1A4543FC6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31092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6" name="矩形: 圆角 225">
                <a:extLst>
                  <a:ext uri="{FF2B5EF4-FFF2-40B4-BE49-F238E27FC236}">
                    <a16:creationId xmlns:a16="http://schemas.microsoft.com/office/drawing/2014/main" id="{5ADEE8FA-434D-4838-8C96-F2B1CD90AE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73620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7" name="矩形: 圆角 226">
                <a:extLst>
                  <a:ext uri="{FF2B5EF4-FFF2-40B4-BE49-F238E27FC236}">
                    <a16:creationId xmlns:a16="http://schemas.microsoft.com/office/drawing/2014/main" id="{093AB180-B48D-48B6-A0A4-9F68D6423C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16149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8" name="矩形: 圆角 227">
                <a:extLst>
                  <a:ext uri="{FF2B5EF4-FFF2-40B4-BE49-F238E27FC236}">
                    <a16:creationId xmlns:a16="http://schemas.microsoft.com/office/drawing/2014/main" id="{B8C5F71C-8F33-44F5-A3B5-ADB9AF41CF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01205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9" name="矩形: 圆角 228">
                <a:extLst>
                  <a:ext uri="{FF2B5EF4-FFF2-40B4-BE49-F238E27FC236}">
                    <a16:creationId xmlns:a16="http://schemas.microsoft.com/office/drawing/2014/main" id="{3BFEFE7C-390B-47B1-9F9A-BEFCDFC3BF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43734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FCE4FA39-976A-4A1E-BA8D-BEF231CBA9CF}"/>
                  </a:ext>
                </a:extLst>
              </p:cNvPr>
              <p:cNvSpPr txBox="1"/>
              <p:nvPr/>
            </p:nvSpPr>
            <p:spPr>
              <a:xfrm>
                <a:off x="4680249" y="6110633"/>
                <a:ext cx="5943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DC2835"/>
                    </a:solidFill>
                    <a:latin typeface="Comic Sans MS" panose="030F0702030302020204" pitchFamily="66" charset="0"/>
                  </a:rPr>
                  <a:t>……</a:t>
                </a:r>
              </a:p>
            </p:txBody>
          </p: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2480BF9F-A4BD-435A-8F5B-70265B4B8B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4858" y="4984930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矩形: 圆角 238">
                <a:extLst>
                  <a:ext uri="{FF2B5EF4-FFF2-40B4-BE49-F238E27FC236}">
                    <a16:creationId xmlns:a16="http://schemas.microsoft.com/office/drawing/2014/main" id="{8BC5DFF3-4C9E-489C-AD1D-7E3C33E34A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16147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0" name="矩形: 圆角 239">
                <a:extLst>
                  <a:ext uri="{FF2B5EF4-FFF2-40B4-BE49-F238E27FC236}">
                    <a16:creationId xmlns:a16="http://schemas.microsoft.com/office/drawing/2014/main" id="{B673A00B-B7E0-49C2-9654-09ADC0FBC3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8675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1" name="矩形: 圆角 240">
                <a:extLst>
                  <a:ext uri="{FF2B5EF4-FFF2-40B4-BE49-F238E27FC236}">
                    <a16:creationId xmlns:a16="http://schemas.microsoft.com/office/drawing/2014/main" id="{DBA7AB5F-AA88-4F41-9655-1A52D83FD0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01205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2" name="矩形: 圆角 241">
                <a:extLst>
                  <a:ext uri="{FF2B5EF4-FFF2-40B4-BE49-F238E27FC236}">
                    <a16:creationId xmlns:a16="http://schemas.microsoft.com/office/drawing/2014/main" id="{C0071B8A-974D-4CB7-9F4F-BBA36278D9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43734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243" name="直接箭头连接符 242">
                <a:extLst>
                  <a:ext uri="{FF2B5EF4-FFF2-40B4-BE49-F238E27FC236}">
                    <a16:creationId xmlns:a16="http://schemas.microsoft.com/office/drawing/2014/main" id="{2BEDE726-762C-4A6D-87D3-23ED895466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675" y="4975832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9506B70B-8BB3-4DFE-A57D-F85553D8E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9203" y="4978108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C67D5638-7D34-4464-B875-8C5CB7D0B2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2877" y="4975834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46" name="对象 245">
                <a:extLst>
                  <a:ext uri="{FF2B5EF4-FFF2-40B4-BE49-F238E27FC236}">
                    <a16:creationId xmlns:a16="http://schemas.microsoft.com/office/drawing/2014/main" id="{5B316ABF-417B-419E-9863-7268C3F748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2221219"/>
                  </p:ext>
                </p:extLst>
              </p:nvPr>
            </p:nvGraphicFramePr>
            <p:xfrm>
              <a:off x="3458749" y="4271054"/>
              <a:ext cx="155426" cy="221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4" name="AxMath" r:id="rId3" imgW="161640" imgH="228600" progId="Equation.AxMath">
                      <p:embed/>
                    </p:oleObj>
                  </mc:Choice>
                  <mc:Fallback>
                    <p:oleObj name="AxMath" r:id="rId3" imgW="161640" imgH="228600" progId="Equation.AxMath">
                      <p:embed/>
                      <p:pic>
                        <p:nvPicPr>
                          <p:cNvPr id="48" name="对象 47">
                            <a:extLst>
                              <a:ext uri="{FF2B5EF4-FFF2-40B4-BE49-F238E27FC236}">
                                <a16:creationId xmlns:a16="http://schemas.microsoft.com/office/drawing/2014/main" id="{B7ADBF07-7D54-4E3E-A497-455F5FBCADF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458749" y="4271054"/>
                            <a:ext cx="155426" cy="2211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7" name="对象 246">
                <a:extLst>
                  <a:ext uri="{FF2B5EF4-FFF2-40B4-BE49-F238E27FC236}">
                    <a16:creationId xmlns:a16="http://schemas.microsoft.com/office/drawing/2014/main" id="{4CD55A14-DF15-4BDF-9CFF-AD22207A78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4464484"/>
                  </p:ext>
                </p:extLst>
              </p:nvPr>
            </p:nvGraphicFramePr>
            <p:xfrm>
              <a:off x="3714784" y="4271505"/>
              <a:ext cx="282624" cy="220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5" name="AxMath" r:id="rId5" imgW="291600" imgH="228600" progId="Equation.AxMath">
                      <p:embed/>
                    </p:oleObj>
                  </mc:Choice>
                  <mc:Fallback>
                    <p:oleObj name="AxMath" r:id="rId5" imgW="291600" imgH="228600" progId="Equation.AxMath">
                      <p:embed/>
                      <p:pic>
                        <p:nvPicPr>
                          <p:cNvPr id="49" name="对象 48">
                            <a:extLst>
                              <a:ext uri="{FF2B5EF4-FFF2-40B4-BE49-F238E27FC236}">
                                <a16:creationId xmlns:a16="http://schemas.microsoft.com/office/drawing/2014/main" id="{DFFDA1CD-DF08-4FDF-84BA-859663CD6DB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714784" y="4271505"/>
                            <a:ext cx="282624" cy="22014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8" name="对象 247">
                <a:extLst>
                  <a:ext uri="{FF2B5EF4-FFF2-40B4-BE49-F238E27FC236}">
                    <a16:creationId xmlns:a16="http://schemas.microsoft.com/office/drawing/2014/main" id="{E1FD1493-3D4C-4C96-B8B2-ECEED652AB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7752772"/>
                  </p:ext>
                </p:extLst>
              </p:nvPr>
            </p:nvGraphicFramePr>
            <p:xfrm>
              <a:off x="4064056" y="4271505"/>
              <a:ext cx="288574" cy="220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6" name="AxMath" r:id="rId7" imgW="298800" imgH="228600" progId="Equation.AxMath">
                      <p:embed/>
                    </p:oleObj>
                  </mc:Choice>
                  <mc:Fallback>
                    <p:oleObj name="AxMath" r:id="rId7" imgW="298800" imgH="228600" progId="Equation.AxMath">
                      <p:embed/>
                      <p:pic>
                        <p:nvPicPr>
                          <p:cNvPr id="50" name="对象 49">
                            <a:extLst>
                              <a:ext uri="{FF2B5EF4-FFF2-40B4-BE49-F238E27FC236}">
                                <a16:creationId xmlns:a16="http://schemas.microsoft.com/office/drawing/2014/main" id="{3389AA0C-C24E-4940-B88A-C18563018DB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064056" y="4271505"/>
                            <a:ext cx="288574" cy="2201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9" name="对象 248">
                <a:extLst>
                  <a:ext uri="{FF2B5EF4-FFF2-40B4-BE49-F238E27FC236}">
                    <a16:creationId xmlns:a16="http://schemas.microsoft.com/office/drawing/2014/main" id="{EABBEA05-1DFC-45BA-8BDE-1AE0B9BD29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4551696"/>
                  </p:ext>
                </p:extLst>
              </p:nvPr>
            </p:nvGraphicFramePr>
            <p:xfrm>
              <a:off x="4419439" y="4271505"/>
              <a:ext cx="290558" cy="220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7" name="AxMath" r:id="rId9" imgW="300240" imgH="228600" progId="Equation.AxMath">
                      <p:embed/>
                    </p:oleObj>
                  </mc:Choice>
                  <mc:Fallback>
                    <p:oleObj name="AxMath" r:id="rId9" imgW="300240" imgH="228600" progId="Equation.AxMath">
                      <p:embed/>
                      <p:pic>
                        <p:nvPicPr>
                          <p:cNvPr id="51" name="对象 50">
                            <a:extLst>
                              <a:ext uri="{FF2B5EF4-FFF2-40B4-BE49-F238E27FC236}">
                                <a16:creationId xmlns:a16="http://schemas.microsoft.com/office/drawing/2014/main" id="{D62814D0-2E03-435E-9FCF-47E0FD0C3EB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419439" y="4271505"/>
                            <a:ext cx="290558" cy="22014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50F5611E-8E0F-4A13-9D9E-EE471C011D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3715" y="4492289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6CDCAB48-9AA6-4769-9458-1233AC9A06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5532" y="4483191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箭头连接符 251">
                <a:extLst>
                  <a:ext uri="{FF2B5EF4-FFF2-40B4-BE49-F238E27FC236}">
                    <a16:creationId xmlns:a16="http://schemas.microsoft.com/office/drawing/2014/main" id="{773CCA9C-944E-4A2D-82CB-2D2D7CB20C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8060" y="4485467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箭头连接符 252">
                <a:extLst>
                  <a:ext uri="{FF2B5EF4-FFF2-40B4-BE49-F238E27FC236}">
                    <a16:creationId xmlns:a16="http://schemas.microsoft.com/office/drawing/2014/main" id="{4D82C082-032B-4AF2-8081-7B5A119AED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1734" y="4483193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7ECE4C7A-0C53-477C-B8F1-53B138623ACA}"/>
                  </a:ext>
                </a:extLst>
              </p:cNvPr>
              <p:cNvSpPr txBox="1"/>
              <p:nvPr/>
            </p:nvSpPr>
            <p:spPr>
              <a:xfrm>
                <a:off x="4573544" y="4435133"/>
                <a:ext cx="74065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  <a:latin typeface="Comic Sans MS" panose="030F0702030302020204" pitchFamily="66" charset="0"/>
                  </a:rPr>
                  <a:t>Sample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endParaRPr>
              </a:p>
            </p:txBody>
          </p:sp>
        </p:grp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49D1411C-2234-4C44-ABA5-A0CD2ABBEA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4254" y="4880766"/>
              <a:ext cx="3671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A3BD5068-F3D0-446E-9398-2A8D2E3BC960}"/>
                </a:ext>
              </a:extLst>
            </p:cNvPr>
            <p:cNvCxnSpPr>
              <a:cxnSpLocks/>
            </p:cNvCxnSpPr>
            <p:nvPr/>
          </p:nvCxnSpPr>
          <p:spPr>
            <a:xfrm>
              <a:off x="7581093" y="4838187"/>
              <a:ext cx="38278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841897B5-EA10-42C8-8605-96CB1EDB17B8}"/>
                </a:ext>
              </a:extLst>
            </p:cNvPr>
            <p:cNvSpPr txBox="1"/>
            <p:nvPr/>
          </p:nvSpPr>
          <p:spPr>
            <a:xfrm>
              <a:off x="7300386" y="4363069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Comic Sans MS" panose="030F0702030302020204" pitchFamily="66" charset="0"/>
                </a:rPr>
                <a:t>Model</a:t>
              </a:r>
            </a:p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graphicFrame>
          <p:nvGraphicFramePr>
            <p:cNvPr id="108" name="对象 107">
              <a:extLst>
                <a:ext uri="{FF2B5EF4-FFF2-40B4-BE49-F238E27FC236}">
                  <a16:creationId xmlns:a16="http://schemas.microsoft.com/office/drawing/2014/main" id="{543FD476-59C5-49E8-BFC9-A80164C4D2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7377782"/>
                </p:ext>
              </p:extLst>
            </p:nvPr>
          </p:nvGraphicFramePr>
          <p:xfrm>
            <a:off x="2020200" y="3397791"/>
            <a:ext cx="38893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8" name="AxMath" r:id="rId11" imgW="253440" imgH="232920" progId="Equation.AxMath">
                    <p:embed/>
                  </p:oleObj>
                </mc:Choice>
                <mc:Fallback>
                  <p:oleObj name="AxMath" r:id="rId11" imgW="253440" imgH="232920" progId="Equation.AxMath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B7F7F4-B7BC-46F7-8C2E-21714FEB5C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20200" y="3397791"/>
                          <a:ext cx="388938" cy="3603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对象 108">
              <a:extLst>
                <a:ext uri="{FF2B5EF4-FFF2-40B4-BE49-F238E27FC236}">
                  <a16:creationId xmlns:a16="http://schemas.microsoft.com/office/drawing/2014/main" id="{15783E2D-CAAC-49BB-B232-680E2781E5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0389802"/>
                </p:ext>
              </p:extLst>
            </p:nvPr>
          </p:nvGraphicFramePr>
          <p:xfrm>
            <a:off x="9780141" y="3446841"/>
            <a:ext cx="2730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" name="AxMath" r:id="rId13" imgW="177840" imgH="228600" progId="Equation.AxMath">
                    <p:embed/>
                  </p:oleObj>
                </mc:Choice>
                <mc:Fallback>
                  <p:oleObj name="AxMath" r:id="rId13" imgW="177840" imgH="228600" progId="Equation.AxMath">
                    <p:embed/>
                    <p:pic>
                      <p:nvPicPr>
                        <p:cNvPr id="108" name="对象 107">
                          <a:extLst>
                            <a:ext uri="{FF2B5EF4-FFF2-40B4-BE49-F238E27FC236}">
                              <a16:creationId xmlns:a16="http://schemas.microsoft.com/office/drawing/2014/main" id="{543FD476-59C5-49E8-BFC9-A80164C4D28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780141" y="3446841"/>
                          <a:ext cx="273050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4775A9B4-2BCA-45E6-ADF1-D27760B7BAFA}"/>
                </a:ext>
              </a:extLst>
            </p:cNvPr>
            <p:cNvSpPr txBox="1"/>
            <p:nvPr/>
          </p:nvSpPr>
          <p:spPr>
            <a:xfrm>
              <a:off x="3450398" y="4353490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Comic Sans MS" panose="030F0702030302020204" pitchFamily="66" charset="0"/>
                </a:rPr>
                <a:t>Model</a:t>
              </a:r>
            </a:p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92425005-89E2-410D-868B-096A6A83DA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34833" y="5766487"/>
              <a:ext cx="3671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E49E66B-731F-474E-A23F-71863BBA6E4E}"/>
                </a:ext>
              </a:extLst>
            </p:cNvPr>
            <p:cNvSpPr txBox="1"/>
            <p:nvPr/>
          </p:nvSpPr>
          <p:spPr>
            <a:xfrm>
              <a:off x="3480977" y="5239211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Samples</a:t>
              </a:r>
            </a:p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4C2424DC-AF4C-4A23-A6E7-F0B84D601016}"/>
                </a:ext>
              </a:extLst>
            </p:cNvPr>
            <p:cNvSpPr txBox="1"/>
            <p:nvPr/>
          </p:nvSpPr>
          <p:spPr>
            <a:xfrm>
              <a:off x="7334822" y="5209558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Samples</a:t>
              </a:r>
            </a:p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CDC43A08-B020-4CF4-A40B-CC9D2DDBB9A5}"/>
                </a:ext>
              </a:extLst>
            </p:cNvPr>
            <p:cNvCxnSpPr>
              <a:cxnSpLocks/>
            </p:cNvCxnSpPr>
            <p:nvPr/>
          </p:nvCxnSpPr>
          <p:spPr>
            <a:xfrm>
              <a:off x="7581093" y="5707136"/>
              <a:ext cx="38278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1C2287D1-7959-4B08-B6C4-49ED86D2BE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5045" y="3701083"/>
              <a:ext cx="209161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35641290-9E69-4B6D-9B97-70D77D4F742A}"/>
                </a:ext>
              </a:extLst>
            </p:cNvPr>
            <p:cNvCxnSpPr>
              <a:cxnSpLocks/>
            </p:cNvCxnSpPr>
            <p:nvPr/>
          </p:nvCxnSpPr>
          <p:spPr>
            <a:xfrm>
              <a:off x="6777349" y="3701083"/>
              <a:ext cx="211798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左大括号 122">
              <a:extLst>
                <a:ext uri="{FF2B5EF4-FFF2-40B4-BE49-F238E27FC236}">
                  <a16:creationId xmlns:a16="http://schemas.microsoft.com/office/drawing/2014/main" id="{0B4F3AB4-E3DA-4540-A2AA-A3837180CA79}"/>
                </a:ext>
              </a:extLst>
            </p:cNvPr>
            <p:cNvSpPr/>
            <p:nvPr/>
          </p:nvSpPr>
          <p:spPr>
            <a:xfrm rot="5400000">
              <a:off x="2076898" y="3255650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25" name="左大括号 124">
              <a:extLst>
                <a:ext uri="{FF2B5EF4-FFF2-40B4-BE49-F238E27FC236}">
                  <a16:creationId xmlns:a16="http://schemas.microsoft.com/office/drawing/2014/main" id="{4C23E26D-A402-4589-B14E-793EBC98397B}"/>
                </a:ext>
              </a:extLst>
            </p:cNvPr>
            <p:cNvSpPr/>
            <p:nvPr/>
          </p:nvSpPr>
          <p:spPr>
            <a:xfrm rot="5400000">
              <a:off x="9779369" y="3240668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811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615B4-8717-407A-BE7E-887FE7CA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4D379A-833F-4964-BBCB-0D46EC04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6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37</Words>
  <Application>Microsoft Office PowerPoint</Application>
  <PresentationFormat>宽屏</PresentationFormat>
  <Paragraphs>32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等线 Light</vt:lpstr>
      <vt:lpstr>Arial</vt:lpstr>
      <vt:lpstr>Arial Rounded MT Bold</vt:lpstr>
      <vt:lpstr>Comic Sans MS</vt:lpstr>
      <vt:lpstr>Office 主题​​</vt:lpstr>
      <vt:lpstr>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Shq Wang</dc:creator>
  <cp:lastModifiedBy>Shq Wang</cp:lastModifiedBy>
  <cp:revision>14</cp:revision>
  <dcterms:created xsi:type="dcterms:W3CDTF">2026-04-29T10:02:41Z</dcterms:created>
  <dcterms:modified xsi:type="dcterms:W3CDTF">2026-04-29T11:49:56Z</dcterms:modified>
</cp:coreProperties>
</file>