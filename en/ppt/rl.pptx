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61" r:id="rId5"/>
    <p:sldId id="262" r:id="rId6"/>
    <p:sldId id="263" r:id="rId7"/>
    <p:sldId id="258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2835"/>
    <a:srgbClr val="FBE0CD"/>
    <a:srgbClr val="FCEAEB"/>
    <a:srgbClr val="F7CDD0"/>
    <a:srgbClr val="FDF5E9"/>
    <a:srgbClr val="F0A2A8"/>
    <a:srgbClr val="EDC99F"/>
    <a:srgbClr val="A0A69B"/>
    <a:srgbClr val="F9E3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76" d="100"/>
          <a:sy n="76" d="100"/>
        </p:scale>
        <p:origin x="195" y="4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F842F-0A28-4EC3-A14C-0AAE6FE2197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70F3B-74AD-440F-ACE0-55B76C37D8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642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830C9-DECF-4C5B-8AB1-92A25702F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0C398E-EB50-41AB-B190-01F585FF9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CF3F72-22C2-419C-A6E7-7883FF2CF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0B3D18-8E91-468E-9DDA-11ACFA85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23004C-2AB2-44F8-B259-9DE30D66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040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EAE34-196A-4687-99F5-3D6FFBC27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AC95B3-8F4D-42D6-9FEA-63282A898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5797D0-A676-450C-91A0-7CD2484B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485CA8-E725-4A0D-A933-C86888144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59E15E-D7C5-4E0A-A78F-2A6EE9E90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77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B1E560-458E-4CC6-B865-698AA7295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987BF8-1B76-4A4F-AF59-89A24D2DA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86E498-8DA8-4307-856B-45F706E73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FA53F8-3FF4-4EB8-88C5-DBD853B18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5695AA-169F-4484-BE79-870DE9E8F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508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9E07CE-0966-47BE-8AB3-7A1C5925A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5ABADF-5CFC-4BFE-AE52-E70A5DECA9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7538EA-6D3E-4C19-AA32-7F8163DDF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02BFCB-55FA-4C55-B910-29F1C7493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AE8E5C-27EF-4D23-AEF4-8C0144121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A2F68F-6963-4F70-AED3-8E83CF74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284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61D6B-BDE5-4334-992B-8F8C8D198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F971B5-D87E-4887-A71A-6805E8A11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90BBFB-5E5E-4EA5-B6EB-E3A4DCA1A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8630FB-63A4-4811-9C65-3CAC9231D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9CDC8F-776F-45A7-87A0-A0D1F47AE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1011AAB-C979-448C-B140-696B7ADB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1FA9EC2-FD7D-4730-BFC9-36DED76A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472382F-CE6F-42D6-BE7F-9C7B5916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3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0D8169-1E62-42EC-8A14-ADD4F6FF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A9DAC2-29C5-498E-A235-5A4470A2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8E04F0-EF51-40EB-933B-F13A5305D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21A495-B796-4427-BCFF-B0D9C3A6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053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41047C-1C30-496F-9F97-0E7FD7203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C1E4AA-1B7D-4236-8614-BDD4B4706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7086FA-C71A-42FF-8495-1C648A87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641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03A2A-E09B-4355-80F4-708C1A2DC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80968D-E7C3-4C96-81DE-D9A13A25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4D5EC8-0E95-4F03-8AFA-918DA50FF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B5D490-6B81-4161-AA3A-7C04C60F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5359A4-C4D7-4485-B8AA-017CD545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FE9AD0-5E25-480C-9C64-28715E1C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054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90647-6F29-4ABE-A524-CDA88E79C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A69CAB8-FC30-45B3-9943-6E0B461DF2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508A23-E4EF-4DF5-B600-0E87C5AF1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4682A0-21BE-4320-BFA6-7B1CFBF6A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3849F5-8BC1-4A67-933E-FF2F39DFB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308441-0C8C-4CBB-AB07-BC93C8645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41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E2D5F-3B8C-429F-AF66-C8391AAC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3094AE-73CF-4B8C-8768-18BEAD755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62C455-90CC-43EE-BD2D-62DD52D9F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CE8C3D-4326-4639-A274-2196F03C8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1374CD-16C7-4BCA-9725-20AA3045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685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A8AA52-9ECB-48BA-A525-41379F398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B98180-1526-46D6-BBFD-062B614D9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6445D1-DBAF-41E8-914E-A17B38E45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9D9B-110F-4ABF-868E-D1E11B0AAE04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2B383F-79D2-4712-B285-C3FA0848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FD8C8D-AE03-4CD2-AF7C-A2BCA42A8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931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53A41F9-FA64-4A3A-B858-86CD04959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DC9A14-AE07-4C47-8FF2-E6817FBC6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7CA4DD-0CD3-49DD-B200-987AA46CE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F9D9B-110F-4ABF-868E-D1E11B0AAE04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66D4D0-9B33-40C4-A4FF-1F91C8729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4171F9-9A6C-4F3C-8158-4C171A137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CE8EF-C503-4F45-A19B-8655749EE0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341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3.bin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21.bin"/><Relationship Id="rId3" Type="http://schemas.openxmlformats.org/officeDocument/2006/relationships/image" Target="../media/image15.wmf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16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image" Target="../media/image18.png"/><Relationship Id="rId10" Type="http://schemas.openxmlformats.org/officeDocument/2006/relationships/image" Target="../media/image7.wmf"/><Relationship Id="rId4" Type="http://schemas.openxmlformats.org/officeDocument/2006/relationships/oleObject" Target="../embeddings/oleObject16.bin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17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3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D929A430-C327-41DE-8D41-3FC92C92AAEB}"/>
              </a:ext>
            </a:extLst>
          </p:cNvPr>
          <p:cNvSpPr/>
          <p:nvPr/>
        </p:nvSpPr>
        <p:spPr>
          <a:xfrm>
            <a:off x="2320212" y="3048000"/>
            <a:ext cx="2961470" cy="615820"/>
          </a:xfrm>
          <a:prstGeom prst="roundRect">
            <a:avLst>
              <a:gd name="adj" fmla="val 8238"/>
            </a:avLst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2C0B2A-1CD2-4847-83CF-10614C2EBFBD}"/>
              </a:ext>
            </a:extLst>
          </p:cNvPr>
          <p:cNvSpPr txBox="1"/>
          <p:nvPr/>
        </p:nvSpPr>
        <p:spPr>
          <a:xfrm>
            <a:off x="3302409" y="3116647"/>
            <a:ext cx="1197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 Rounded MT Bold" panose="020F0704030504030204" pitchFamily="34" charset="0"/>
              </a:rPr>
              <a:t>Model</a:t>
            </a:r>
            <a:endParaRPr lang="zh-CN" alt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64A5EE3-6037-4E4E-AB46-A37DDD52548D}"/>
              </a:ext>
            </a:extLst>
          </p:cNvPr>
          <p:cNvSpPr/>
          <p:nvPr/>
        </p:nvSpPr>
        <p:spPr>
          <a:xfrm>
            <a:off x="2320212" y="3988837"/>
            <a:ext cx="1405812" cy="345232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C00E88-B910-4257-9D49-26C3C8CE5813}"/>
              </a:ext>
            </a:extLst>
          </p:cNvPr>
          <p:cNvSpPr txBox="1"/>
          <p:nvPr/>
        </p:nvSpPr>
        <p:spPr>
          <a:xfrm>
            <a:off x="2424403" y="4028036"/>
            <a:ext cx="11974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 Rounded MT Bold" panose="020F0704030504030204" pitchFamily="34" charset="0"/>
              </a:rPr>
              <a:t>Prompt</a:t>
            </a:r>
            <a:endParaRPr lang="zh-CN" altLang="en-US" sz="1200" dirty="0">
              <a:latin typeface="Arial Rounded MT Bold" panose="020F070403050403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788387B-6FC1-412D-843C-8CD4DB7E0892}"/>
              </a:ext>
            </a:extLst>
          </p:cNvPr>
          <p:cNvCxnSpPr>
            <a:cxnSpLocks/>
          </p:cNvCxnSpPr>
          <p:nvPr/>
        </p:nvCxnSpPr>
        <p:spPr>
          <a:xfrm flipV="1">
            <a:off x="2496563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312864C-27A7-42B3-9A54-B0009698D6F1}"/>
              </a:ext>
            </a:extLst>
          </p:cNvPr>
          <p:cNvCxnSpPr>
            <a:cxnSpLocks/>
          </p:cNvCxnSpPr>
          <p:nvPr/>
        </p:nvCxnSpPr>
        <p:spPr>
          <a:xfrm flipV="1">
            <a:off x="2840032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0508F88-5032-41F2-9457-1C3F0CF1FF95}"/>
              </a:ext>
            </a:extLst>
          </p:cNvPr>
          <p:cNvCxnSpPr>
            <a:cxnSpLocks/>
          </p:cNvCxnSpPr>
          <p:nvPr/>
        </p:nvCxnSpPr>
        <p:spPr>
          <a:xfrm flipV="1">
            <a:off x="3183501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141C103-697F-4CA3-9A82-D60BA23AE3AC}"/>
              </a:ext>
            </a:extLst>
          </p:cNvPr>
          <p:cNvSpPr/>
          <p:nvPr/>
        </p:nvSpPr>
        <p:spPr>
          <a:xfrm>
            <a:off x="3844767" y="3988837"/>
            <a:ext cx="959245" cy="345232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37AFC4-0A43-462B-8435-0E56C62C19CA}"/>
              </a:ext>
            </a:extLst>
          </p:cNvPr>
          <p:cNvSpPr txBox="1"/>
          <p:nvPr/>
        </p:nvSpPr>
        <p:spPr>
          <a:xfrm>
            <a:off x="3800306" y="4023206"/>
            <a:ext cx="1061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 Rounded MT Bold" panose="020F0704030504030204" pitchFamily="34" charset="0"/>
              </a:rPr>
              <a:t>Response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22CC2B5-67C4-4B9D-AD3B-1913A7A1E0AE}"/>
              </a:ext>
            </a:extLst>
          </p:cNvPr>
          <p:cNvCxnSpPr>
            <a:cxnSpLocks/>
          </p:cNvCxnSpPr>
          <p:nvPr/>
        </p:nvCxnSpPr>
        <p:spPr>
          <a:xfrm flipV="1">
            <a:off x="3526970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F73DE0E-C4AC-42AC-B150-B26E8D49012C}"/>
              </a:ext>
            </a:extLst>
          </p:cNvPr>
          <p:cNvCxnSpPr>
            <a:cxnSpLocks/>
          </p:cNvCxnSpPr>
          <p:nvPr/>
        </p:nvCxnSpPr>
        <p:spPr>
          <a:xfrm flipV="1">
            <a:off x="3972796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3376300-AFFB-49A3-B7E0-3548E24D38C8}"/>
              </a:ext>
            </a:extLst>
          </p:cNvPr>
          <p:cNvCxnSpPr>
            <a:cxnSpLocks/>
          </p:cNvCxnSpPr>
          <p:nvPr/>
        </p:nvCxnSpPr>
        <p:spPr>
          <a:xfrm flipV="1">
            <a:off x="4316265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C73B3DF-26A4-4F43-979A-90804FF0883F}"/>
              </a:ext>
            </a:extLst>
          </p:cNvPr>
          <p:cNvCxnSpPr>
            <a:cxnSpLocks/>
          </p:cNvCxnSpPr>
          <p:nvPr/>
        </p:nvCxnSpPr>
        <p:spPr>
          <a:xfrm flipV="1">
            <a:off x="4659734" y="3663819"/>
            <a:ext cx="0" cy="3250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816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>
            <a:extLst>
              <a:ext uri="{FF2B5EF4-FFF2-40B4-BE49-F238E27FC236}">
                <a16:creationId xmlns:a16="http://schemas.microsoft.com/office/drawing/2014/main" id="{042F7FD0-0B20-4E1F-8F1D-0F5E8886D853}"/>
              </a:ext>
            </a:extLst>
          </p:cNvPr>
          <p:cNvGrpSpPr/>
          <p:nvPr/>
        </p:nvGrpSpPr>
        <p:grpSpPr>
          <a:xfrm>
            <a:off x="246759" y="2013605"/>
            <a:ext cx="8140889" cy="3970641"/>
            <a:chOff x="246759" y="2013605"/>
            <a:chExt cx="8140889" cy="3970641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BA5AEE2-96C5-4C02-9293-0475284A0505}"/>
                </a:ext>
              </a:extLst>
            </p:cNvPr>
            <p:cNvSpPr/>
            <p:nvPr/>
          </p:nvSpPr>
          <p:spPr>
            <a:xfrm>
              <a:off x="246759" y="2013605"/>
              <a:ext cx="8140889" cy="39706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6" name="连接符: 肘形 55">
              <a:extLst>
                <a:ext uri="{FF2B5EF4-FFF2-40B4-BE49-F238E27FC236}">
                  <a16:creationId xmlns:a16="http://schemas.microsoft.com/office/drawing/2014/main" id="{6C04D6E1-D22F-46CB-88FE-F54270B89F29}"/>
                </a:ext>
              </a:extLst>
            </p:cNvPr>
            <p:cNvCxnSpPr>
              <a:cxnSpLocks/>
              <a:stCxn id="50" idx="3"/>
              <a:endCxn id="25" idx="2"/>
            </p:cNvCxnSpPr>
            <p:nvPr/>
          </p:nvCxnSpPr>
          <p:spPr>
            <a:xfrm>
              <a:off x="4352630" y="2194441"/>
              <a:ext cx="199104" cy="2006052"/>
            </a:xfrm>
            <a:prstGeom prst="bentConnector4">
              <a:avLst>
                <a:gd name="adj1" fmla="val 22878"/>
                <a:gd name="adj2" fmla="val 111396"/>
              </a:avLst>
            </a:prstGeom>
            <a:ln>
              <a:solidFill>
                <a:srgbClr val="DC2835"/>
              </a:solidFill>
              <a:prstDash val="dash"/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连接符: 肘形 54">
              <a:extLst>
                <a:ext uri="{FF2B5EF4-FFF2-40B4-BE49-F238E27FC236}">
                  <a16:creationId xmlns:a16="http://schemas.microsoft.com/office/drawing/2014/main" id="{4EC0F714-59D8-4C59-AC84-AFABCB8F383E}"/>
                </a:ext>
              </a:extLst>
            </p:cNvPr>
            <p:cNvCxnSpPr>
              <a:cxnSpLocks/>
              <a:stCxn id="49" idx="3"/>
              <a:endCxn id="24" idx="2"/>
            </p:cNvCxnSpPr>
            <p:nvPr/>
          </p:nvCxnSpPr>
          <p:spPr>
            <a:xfrm>
              <a:off x="3997408" y="2194440"/>
              <a:ext cx="211797" cy="2006053"/>
            </a:xfrm>
            <a:prstGeom prst="bentConnector4">
              <a:avLst>
                <a:gd name="adj1" fmla="val 24504"/>
                <a:gd name="adj2" fmla="val 111396"/>
              </a:avLst>
            </a:prstGeom>
            <a:ln>
              <a:solidFill>
                <a:srgbClr val="DC2835"/>
              </a:solidFill>
              <a:prstDash val="dash"/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连接符: 肘形 53">
              <a:extLst>
                <a:ext uri="{FF2B5EF4-FFF2-40B4-BE49-F238E27FC236}">
                  <a16:creationId xmlns:a16="http://schemas.microsoft.com/office/drawing/2014/main" id="{F014294C-3505-4FE2-ABB2-61E824493AEF}"/>
                </a:ext>
              </a:extLst>
            </p:cNvPr>
            <p:cNvCxnSpPr>
              <a:cxnSpLocks/>
              <a:stCxn id="48" idx="3"/>
              <a:endCxn id="14" idx="2"/>
            </p:cNvCxnSpPr>
            <p:nvPr/>
          </p:nvCxnSpPr>
          <p:spPr>
            <a:xfrm>
              <a:off x="3614175" y="2194482"/>
              <a:ext cx="252502" cy="2006011"/>
            </a:xfrm>
            <a:prstGeom prst="bentConnector4">
              <a:avLst>
                <a:gd name="adj1" fmla="val 28614"/>
                <a:gd name="adj2" fmla="val 111396"/>
              </a:avLst>
            </a:prstGeom>
            <a:ln>
              <a:solidFill>
                <a:srgbClr val="DC2835"/>
              </a:solidFill>
              <a:prstDash val="dash"/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F788387B-6FC1-412D-843C-8CD4DB7E08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6563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4312864C-27A7-42B3-9A54-B0009698D6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9091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0508F88-5032-41F2-9457-1C3F0CF1FF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1619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222CC2B5-67C4-4B9D-AD3B-1913A7A1E0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4147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CF73DE0E-C4AC-42AC-B150-B26E8D4901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675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03376300-AFFB-49A3-B7E0-3548E24D38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9203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5C73B3DF-26A4-4F43-979A-90804FF088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1734" y="3663819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D929A430-C327-41DE-8D41-3FC92C92AAEB}"/>
                </a:ext>
              </a:extLst>
            </p:cNvPr>
            <p:cNvSpPr/>
            <p:nvPr/>
          </p:nvSpPr>
          <p:spPr>
            <a:xfrm>
              <a:off x="2320212" y="3048000"/>
              <a:ext cx="2961470" cy="615820"/>
            </a:xfrm>
            <a:prstGeom prst="roundRect">
              <a:avLst>
                <a:gd name="adj" fmla="val 8238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12C0B2A-1CD2-4847-83CF-10614C2EBFBD}"/>
                </a:ext>
              </a:extLst>
            </p:cNvPr>
            <p:cNvSpPr txBox="1"/>
            <p:nvPr/>
          </p:nvSpPr>
          <p:spPr>
            <a:xfrm>
              <a:off x="2792017" y="3130295"/>
              <a:ext cx="1989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omic Sans MS" panose="030F0702030302020204" pitchFamily="66" charset="0"/>
                </a:rPr>
                <a:t>Actor Model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A64A5EE3-6037-4E4E-AB46-A37DDD5254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88563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9C00E88-B910-4257-9D49-26C3C8CE5813}"/>
                </a:ext>
              </a:extLst>
            </p:cNvPr>
            <p:cNvSpPr txBox="1"/>
            <p:nvPr/>
          </p:nvSpPr>
          <p:spPr>
            <a:xfrm>
              <a:off x="5780699" y="2515765"/>
              <a:ext cx="11974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</a:rPr>
                <a:t>Prompt</a:t>
              </a:r>
              <a:endParaRPr lang="zh-CN" altLang="en-US" sz="1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0141C103-697F-4CA3-9A82-D60BA23AE3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8677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A37AFC4-0A43-462B-8435-0E56C62C19CA}"/>
                </a:ext>
              </a:extLst>
            </p:cNvPr>
            <p:cNvSpPr txBox="1"/>
            <p:nvPr/>
          </p:nvSpPr>
          <p:spPr>
            <a:xfrm>
              <a:off x="5916702" y="2827468"/>
              <a:ext cx="10618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C00000"/>
                  </a:solidFill>
                  <a:latin typeface="Comic Sans MS" panose="030F0702030302020204" pitchFamily="66" charset="0"/>
                </a:rPr>
                <a:t>Response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0EE46B01-0735-4102-959D-1ED59AEF94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31092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6DC00BB8-F6F5-4E88-A06E-87579A9CD6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73620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5839E36D-5E92-404B-B18A-52EB062BF5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16149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C14428EE-98C4-4C72-AE87-82883BB8AF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01205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D5BE0D92-7576-42D4-803C-F54C07BA04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3734" y="398449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" name="左大括号 1">
              <a:extLst>
                <a:ext uri="{FF2B5EF4-FFF2-40B4-BE49-F238E27FC236}">
                  <a16:creationId xmlns:a16="http://schemas.microsoft.com/office/drawing/2014/main" id="{F841B742-574C-4B1F-AD0A-56376889651A}"/>
                </a:ext>
              </a:extLst>
            </p:cNvPr>
            <p:cNvSpPr/>
            <p:nvPr/>
          </p:nvSpPr>
          <p:spPr>
            <a:xfrm rot="16200000">
              <a:off x="2926796" y="3838274"/>
              <a:ext cx="216001" cy="1286999"/>
            </a:xfrm>
            <a:prstGeom prst="leftBrace">
              <a:avLst>
                <a:gd name="adj1" fmla="val 10796"/>
                <a:gd name="adj2" fmla="val 49484"/>
              </a:avLst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ADB7F7F4-B7BC-46F7-8C2E-21714FEB5C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847110"/>
                </p:ext>
              </p:extLst>
            </p:nvPr>
          </p:nvGraphicFramePr>
          <p:xfrm>
            <a:off x="2919413" y="4497156"/>
            <a:ext cx="22860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2" imgW="149400" imgH="228240" progId="Equation.AxMath">
                    <p:embed/>
                  </p:oleObj>
                </mc:Choice>
                <mc:Fallback>
                  <p:oleObj name="AxMath" r:id="rId2" imgW="149400" imgH="22824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919413" y="4497156"/>
                          <a:ext cx="228600" cy="352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左大括号 26">
              <a:extLst>
                <a:ext uri="{FF2B5EF4-FFF2-40B4-BE49-F238E27FC236}">
                  <a16:creationId xmlns:a16="http://schemas.microsoft.com/office/drawing/2014/main" id="{0B5AABB1-D094-4C5D-BC96-A546E023DBD3}"/>
                </a:ext>
              </a:extLst>
            </p:cNvPr>
            <p:cNvSpPr/>
            <p:nvPr/>
          </p:nvSpPr>
          <p:spPr>
            <a:xfrm rot="16200000">
              <a:off x="3090562" y="4052857"/>
              <a:ext cx="216001" cy="1620000"/>
            </a:xfrm>
            <a:prstGeom prst="leftBrace">
              <a:avLst>
                <a:gd name="adj1" fmla="val 10796"/>
                <a:gd name="adj2" fmla="val 49484"/>
              </a:avLst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6FF39104-FF0B-4D1E-998E-F6D31FC0BB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5494953"/>
                </p:ext>
              </p:extLst>
            </p:nvPr>
          </p:nvGraphicFramePr>
          <p:xfrm>
            <a:off x="3105150" y="4885504"/>
            <a:ext cx="21590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4" imgW="140400" imgH="228240" progId="Equation.AxMath">
                    <p:embed/>
                  </p:oleObj>
                </mc:Choice>
                <mc:Fallback>
                  <p:oleObj name="AxMath" r:id="rId4" imgW="140400" imgH="228240" progId="Equation.AxMath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ADB7F7F4-B7BC-46F7-8C2E-21714FEB5C9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105150" y="4885504"/>
                          <a:ext cx="215900" cy="352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左大括号 28">
              <a:extLst>
                <a:ext uri="{FF2B5EF4-FFF2-40B4-BE49-F238E27FC236}">
                  <a16:creationId xmlns:a16="http://schemas.microsoft.com/office/drawing/2014/main" id="{AD0A0D77-F778-4D6A-A805-3388E12CA335}"/>
                </a:ext>
              </a:extLst>
            </p:cNvPr>
            <p:cNvSpPr/>
            <p:nvPr/>
          </p:nvSpPr>
          <p:spPr>
            <a:xfrm rot="16200000">
              <a:off x="3271259" y="4298404"/>
              <a:ext cx="216002" cy="1989700"/>
            </a:xfrm>
            <a:prstGeom prst="leftBrace">
              <a:avLst>
                <a:gd name="adj1" fmla="val 10796"/>
                <a:gd name="adj2" fmla="val 49484"/>
              </a:avLst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C3E35C9A-D278-45E3-9D3F-CE149D55D6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7915845"/>
                </p:ext>
              </p:extLst>
            </p:nvPr>
          </p:nvGraphicFramePr>
          <p:xfrm>
            <a:off x="3259138" y="5294079"/>
            <a:ext cx="227012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6" imgW="147240" imgH="228240" progId="Equation.AxMath">
                    <p:embed/>
                  </p:oleObj>
                </mc:Choice>
                <mc:Fallback>
                  <p:oleObj name="AxMath" r:id="rId6" imgW="147240" imgH="228240" progId="Equation.AxMath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6FF39104-FF0B-4D1E-998E-F6D31FC0BBB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259138" y="5294079"/>
                          <a:ext cx="227012" cy="352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D0FE4148-BB99-4B01-8045-9FB2DD0965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34822" y="2546264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19FABBA5-51DA-4ACA-B518-71C7EAECC6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34822" y="285796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412DFD14-CC95-4980-93E1-A26212AF8C40}"/>
                </a:ext>
              </a:extLst>
            </p:cNvPr>
            <p:cNvSpPr txBox="1"/>
            <p:nvPr/>
          </p:nvSpPr>
          <p:spPr>
            <a:xfrm>
              <a:off x="3165542" y="5707247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07491850-98E1-4724-9555-F47625F86E7C}"/>
                </a:ext>
              </a:extLst>
            </p:cNvPr>
            <p:cNvSpPr txBox="1"/>
            <p:nvPr/>
          </p:nvSpPr>
          <p:spPr>
            <a:xfrm>
              <a:off x="4680249" y="3923494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5A5D53A-C826-4248-960B-69FF67EC4D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858" y="2797791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536A1451-82FF-48E1-A190-798BBEA70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16147" y="2548527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F93CCC73-1200-484D-B778-BBB8DACAA4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58675" y="2548527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4A7564FA-B2E3-4D5E-9154-DC88BFC5B4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01205" y="2548527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DAFE9DA8-1A58-4BAF-BDE3-1FDA24AA54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3734" y="2548527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55740DFF-5ACC-4C6E-9309-B61720058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675" y="2788693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F583AE13-F177-4C1F-955C-95AC318891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9203" y="2790969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0F3B0DB0-058F-4AA8-8F69-0AA27B8F4D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2877" y="2788695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36929C18-55D7-47B2-9348-398A66AD1574}"/>
                </a:ext>
              </a:extLst>
            </p:cNvPr>
            <p:cNvSpPr txBox="1"/>
            <p:nvPr/>
          </p:nvSpPr>
          <p:spPr>
            <a:xfrm>
              <a:off x="5792522" y="3143781"/>
              <a:ext cx="15066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C00000"/>
                  </a:solidFill>
                  <a:latin typeface="Comic Sans MS" panose="030F0702030302020204" pitchFamily="66" charset="0"/>
                </a:rPr>
                <a:t>Output Prob</a:t>
              </a: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A928EFB5-40E1-44B3-A54F-62FB13EAA4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34822" y="317517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48" name="对象 47">
              <a:extLst>
                <a:ext uri="{FF2B5EF4-FFF2-40B4-BE49-F238E27FC236}">
                  <a16:creationId xmlns:a16="http://schemas.microsoft.com/office/drawing/2014/main" id="{B7ADBF07-7D54-4E3E-A497-455F5FBCAD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5700448"/>
                </p:ext>
              </p:extLst>
            </p:nvPr>
          </p:nvGraphicFramePr>
          <p:xfrm>
            <a:off x="3452813" y="2084388"/>
            <a:ext cx="168275" cy="220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8" imgW="173880" imgH="228240" progId="Equation.AxMath">
                    <p:embed/>
                  </p:oleObj>
                </mc:Choice>
                <mc:Fallback>
                  <p:oleObj name="AxMath" r:id="rId8" imgW="173880" imgH="228240" progId="Equation.AxMath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ADB7F7F4-B7BC-46F7-8C2E-21714FEB5C9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452813" y="2084388"/>
                          <a:ext cx="168275" cy="2206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DFFDA1CD-DF08-4FDF-84BA-859663CD6D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0754581"/>
                </p:ext>
              </p:extLst>
            </p:nvPr>
          </p:nvGraphicFramePr>
          <p:xfrm>
            <a:off x="3781425" y="2084388"/>
            <a:ext cx="147638" cy="220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10" imgW="153720" imgH="228240" progId="Equation.AxMath">
                    <p:embed/>
                  </p:oleObj>
                </mc:Choice>
                <mc:Fallback>
                  <p:oleObj name="AxMath" r:id="rId10" imgW="153720" imgH="228240" progId="Equation.AxMath">
                    <p:embed/>
                    <p:pic>
                      <p:nvPicPr>
                        <p:cNvPr id="48" name="对象 47">
                          <a:extLst>
                            <a:ext uri="{FF2B5EF4-FFF2-40B4-BE49-F238E27FC236}">
                              <a16:creationId xmlns:a16="http://schemas.microsoft.com/office/drawing/2014/main" id="{B7ADBF07-7D54-4E3E-A497-455F5FBCADF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781425" y="2084388"/>
                          <a:ext cx="147638" cy="2206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对象 49">
              <a:extLst>
                <a:ext uri="{FF2B5EF4-FFF2-40B4-BE49-F238E27FC236}">
                  <a16:creationId xmlns:a16="http://schemas.microsoft.com/office/drawing/2014/main" id="{3389AA0C-C24E-4940-B88A-C18563018D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7801435"/>
                </p:ext>
              </p:extLst>
            </p:nvPr>
          </p:nvGraphicFramePr>
          <p:xfrm>
            <a:off x="4130675" y="2084388"/>
            <a:ext cx="155575" cy="220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12" imgW="160920" imgH="228240" progId="Equation.AxMath">
                    <p:embed/>
                  </p:oleObj>
                </mc:Choice>
                <mc:Fallback>
                  <p:oleObj name="AxMath" r:id="rId12" imgW="160920" imgH="228240" progId="Equation.AxMath">
                    <p:embed/>
                    <p:pic>
                      <p:nvPicPr>
                        <p:cNvPr id="49" name="对象 48">
                          <a:extLst>
                            <a:ext uri="{FF2B5EF4-FFF2-40B4-BE49-F238E27FC236}">
                              <a16:creationId xmlns:a16="http://schemas.microsoft.com/office/drawing/2014/main" id="{DFFDA1CD-DF08-4FDF-84BA-859663CD6DB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130675" y="2084388"/>
                          <a:ext cx="155575" cy="2206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对象 50">
              <a:extLst>
                <a:ext uri="{FF2B5EF4-FFF2-40B4-BE49-F238E27FC236}">
                  <a16:creationId xmlns:a16="http://schemas.microsoft.com/office/drawing/2014/main" id="{D62814D0-2E03-435E-9FCF-47E0FD0C3E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1129041"/>
                </p:ext>
              </p:extLst>
            </p:nvPr>
          </p:nvGraphicFramePr>
          <p:xfrm>
            <a:off x="4486275" y="2084388"/>
            <a:ext cx="157163" cy="220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14" imgW="162360" imgH="228240" progId="Equation.AxMath">
                    <p:embed/>
                  </p:oleObj>
                </mc:Choice>
                <mc:Fallback>
                  <p:oleObj name="AxMath" r:id="rId14" imgW="162360" imgH="228240" progId="Equation.AxMath">
                    <p:embed/>
                    <p:pic>
                      <p:nvPicPr>
                        <p:cNvPr id="50" name="对象 49">
                          <a:extLst>
                            <a:ext uri="{FF2B5EF4-FFF2-40B4-BE49-F238E27FC236}">
                              <a16:creationId xmlns:a16="http://schemas.microsoft.com/office/drawing/2014/main" id="{3389AA0C-C24E-4940-B88A-C18563018DB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486275" y="2084388"/>
                          <a:ext cx="157163" cy="2206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5D7EC224-59C8-431C-B714-86491974BA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3715" y="2305150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EE0B6EFE-D649-47BF-B6FE-22F13BD700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5532" y="2296052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A5C4C98A-7DAB-4049-99D5-BB878CCDED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8060" y="2298328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99ABDD13-4B17-4071-BB66-C447E5098D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1734" y="2296054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C060D9E1-92F1-475D-B14A-CBF683852FC0}"/>
                </a:ext>
              </a:extLst>
            </p:cNvPr>
            <p:cNvSpPr txBox="1"/>
            <p:nvPr/>
          </p:nvSpPr>
          <p:spPr>
            <a:xfrm>
              <a:off x="4573544" y="2247994"/>
              <a:ext cx="7406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Comic Sans MS" panose="030F0702030302020204" pitchFamily="66" charset="0"/>
                </a:rPr>
                <a:t>Sample</a:t>
              </a:r>
              <a:endParaRPr lang="zh-CN" altLang="en-US" sz="11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6575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0BA5AEE2-96C5-4C02-9293-0475284A0505}"/>
              </a:ext>
            </a:extLst>
          </p:cNvPr>
          <p:cNvSpPr/>
          <p:nvPr/>
        </p:nvSpPr>
        <p:spPr>
          <a:xfrm>
            <a:off x="246759" y="2013605"/>
            <a:ext cx="8140889" cy="39706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6C04D6E1-D22F-46CB-88FE-F54270B89F29}"/>
              </a:ext>
            </a:extLst>
          </p:cNvPr>
          <p:cNvCxnSpPr>
            <a:cxnSpLocks/>
            <a:stCxn id="50" idx="3"/>
            <a:endCxn id="25" idx="2"/>
          </p:cNvCxnSpPr>
          <p:nvPr/>
        </p:nvCxnSpPr>
        <p:spPr>
          <a:xfrm>
            <a:off x="4352630" y="2194441"/>
            <a:ext cx="199104" cy="2006052"/>
          </a:xfrm>
          <a:prstGeom prst="bentConnector4">
            <a:avLst>
              <a:gd name="adj1" fmla="val 22878"/>
              <a:gd name="adj2" fmla="val 111396"/>
            </a:avLst>
          </a:prstGeom>
          <a:ln>
            <a:solidFill>
              <a:srgbClr val="DC2835"/>
            </a:solidFill>
            <a:prstDash val="dash"/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4EC0F714-59D8-4C59-AC84-AFABCB8F383E}"/>
              </a:ext>
            </a:extLst>
          </p:cNvPr>
          <p:cNvCxnSpPr>
            <a:cxnSpLocks/>
            <a:stCxn id="49" idx="3"/>
            <a:endCxn id="24" idx="2"/>
          </p:cNvCxnSpPr>
          <p:nvPr/>
        </p:nvCxnSpPr>
        <p:spPr>
          <a:xfrm>
            <a:off x="3997408" y="2194440"/>
            <a:ext cx="211797" cy="2006053"/>
          </a:xfrm>
          <a:prstGeom prst="bentConnector4">
            <a:avLst>
              <a:gd name="adj1" fmla="val 24504"/>
              <a:gd name="adj2" fmla="val 111396"/>
            </a:avLst>
          </a:prstGeom>
          <a:ln>
            <a:solidFill>
              <a:srgbClr val="DC2835"/>
            </a:solidFill>
            <a:prstDash val="dash"/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F014294C-3505-4FE2-ABB2-61E824493AEF}"/>
              </a:ext>
            </a:extLst>
          </p:cNvPr>
          <p:cNvCxnSpPr>
            <a:cxnSpLocks/>
            <a:stCxn id="48" idx="3"/>
            <a:endCxn id="14" idx="2"/>
          </p:cNvCxnSpPr>
          <p:nvPr/>
        </p:nvCxnSpPr>
        <p:spPr>
          <a:xfrm>
            <a:off x="3614175" y="2194482"/>
            <a:ext cx="252502" cy="2006011"/>
          </a:xfrm>
          <a:prstGeom prst="bentConnector4">
            <a:avLst>
              <a:gd name="adj1" fmla="val 28614"/>
              <a:gd name="adj2" fmla="val 111396"/>
            </a:avLst>
          </a:prstGeom>
          <a:ln>
            <a:solidFill>
              <a:srgbClr val="DC2835"/>
            </a:solidFill>
            <a:prstDash val="dash"/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788387B-6FC1-412D-843C-8CD4DB7E0892}"/>
              </a:ext>
            </a:extLst>
          </p:cNvPr>
          <p:cNvCxnSpPr>
            <a:cxnSpLocks/>
          </p:cNvCxnSpPr>
          <p:nvPr/>
        </p:nvCxnSpPr>
        <p:spPr>
          <a:xfrm flipV="1">
            <a:off x="2496563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312864C-27A7-42B3-9A54-B0009698D6F1}"/>
              </a:ext>
            </a:extLst>
          </p:cNvPr>
          <p:cNvCxnSpPr>
            <a:cxnSpLocks/>
          </p:cNvCxnSpPr>
          <p:nvPr/>
        </p:nvCxnSpPr>
        <p:spPr>
          <a:xfrm flipV="1">
            <a:off x="2839091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0508F88-5032-41F2-9457-1C3F0CF1FF95}"/>
              </a:ext>
            </a:extLst>
          </p:cNvPr>
          <p:cNvCxnSpPr>
            <a:cxnSpLocks/>
          </p:cNvCxnSpPr>
          <p:nvPr/>
        </p:nvCxnSpPr>
        <p:spPr>
          <a:xfrm flipV="1">
            <a:off x="3181619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22CC2B5-67C4-4B9D-AD3B-1913A7A1E0AE}"/>
              </a:ext>
            </a:extLst>
          </p:cNvPr>
          <p:cNvCxnSpPr>
            <a:cxnSpLocks/>
          </p:cNvCxnSpPr>
          <p:nvPr/>
        </p:nvCxnSpPr>
        <p:spPr>
          <a:xfrm flipV="1">
            <a:off x="3524147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F73DE0E-C4AC-42AC-B150-B26E8D49012C}"/>
              </a:ext>
            </a:extLst>
          </p:cNvPr>
          <p:cNvCxnSpPr>
            <a:cxnSpLocks/>
          </p:cNvCxnSpPr>
          <p:nvPr/>
        </p:nvCxnSpPr>
        <p:spPr>
          <a:xfrm flipV="1">
            <a:off x="3866675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3376300-AFFB-49A3-B7E0-3548E24D38C8}"/>
              </a:ext>
            </a:extLst>
          </p:cNvPr>
          <p:cNvCxnSpPr>
            <a:cxnSpLocks/>
          </p:cNvCxnSpPr>
          <p:nvPr/>
        </p:nvCxnSpPr>
        <p:spPr>
          <a:xfrm flipV="1">
            <a:off x="4209203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C73B3DF-26A4-4F43-979A-90804FF0883F}"/>
              </a:ext>
            </a:extLst>
          </p:cNvPr>
          <p:cNvCxnSpPr>
            <a:cxnSpLocks/>
          </p:cNvCxnSpPr>
          <p:nvPr/>
        </p:nvCxnSpPr>
        <p:spPr>
          <a:xfrm flipV="1">
            <a:off x="4551734" y="3663819"/>
            <a:ext cx="0" cy="325017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929A430-C327-41DE-8D41-3FC92C92AAEB}"/>
              </a:ext>
            </a:extLst>
          </p:cNvPr>
          <p:cNvSpPr/>
          <p:nvPr/>
        </p:nvSpPr>
        <p:spPr>
          <a:xfrm>
            <a:off x="2320212" y="3048000"/>
            <a:ext cx="2961470" cy="615820"/>
          </a:xfrm>
          <a:prstGeom prst="roundRect">
            <a:avLst>
              <a:gd name="adj" fmla="val 8238"/>
            </a:avLst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2C0B2A-1CD2-4847-83CF-10614C2EBFBD}"/>
              </a:ext>
            </a:extLst>
          </p:cNvPr>
          <p:cNvSpPr txBox="1"/>
          <p:nvPr/>
        </p:nvSpPr>
        <p:spPr>
          <a:xfrm>
            <a:off x="3124985" y="3130295"/>
            <a:ext cx="1197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mic Sans MS" panose="030F0702030302020204" pitchFamily="66" charset="0"/>
              </a:rPr>
              <a:t>Model</a:t>
            </a:r>
            <a:endParaRPr lang="zh-CN" altLang="en-US" sz="2400" dirty="0">
              <a:latin typeface="Comic Sans MS" panose="030F0702030302020204" pitchFamily="66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64A5EE3-6037-4E4E-AB46-A37DDD52548D}"/>
              </a:ext>
            </a:extLst>
          </p:cNvPr>
          <p:cNvSpPr>
            <a:spLocks noChangeAspect="1"/>
          </p:cNvSpPr>
          <p:nvPr/>
        </p:nvSpPr>
        <p:spPr>
          <a:xfrm>
            <a:off x="2388563" y="3984493"/>
            <a:ext cx="216000" cy="216000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C00E88-B910-4257-9D49-26C3C8CE5813}"/>
              </a:ext>
            </a:extLst>
          </p:cNvPr>
          <p:cNvSpPr txBox="1"/>
          <p:nvPr/>
        </p:nvSpPr>
        <p:spPr>
          <a:xfrm>
            <a:off x="5780699" y="2515765"/>
            <a:ext cx="11974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</a:rPr>
              <a:t>Prompt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141C103-697F-4CA3-9A82-D60BA23AE3AC}"/>
              </a:ext>
            </a:extLst>
          </p:cNvPr>
          <p:cNvSpPr>
            <a:spLocks noChangeAspect="1"/>
          </p:cNvSpPr>
          <p:nvPr/>
        </p:nvSpPr>
        <p:spPr>
          <a:xfrm>
            <a:off x="3758677" y="3984493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37AFC4-0A43-462B-8435-0E56C62C19CA}"/>
              </a:ext>
            </a:extLst>
          </p:cNvPr>
          <p:cNvSpPr txBox="1"/>
          <p:nvPr/>
        </p:nvSpPr>
        <p:spPr>
          <a:xfrm>
            <a:off x="5916702" y="2827468"/>
            <a:ext cx="1061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Comic Sans MS" panose="030F0702030302020204" pitchFamily="66" charset="0"/>
              </a:rPr>
              <a:t>Response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EE46B01-0735-4102-959D-1ED59AEF94A2}"/>
              </a:ext>
            </a:extLst>
          </p:cNvPr>
          <p:cNvSpPr>
            <a:spLocks noChangeAspect="1"/>
          </p:cNvSpPr>
          <p:nvPr/>
        </p:nvSpPr>
        <p:spPr>
          <a:xfrm>
            <a:off x="2731092" y="3984493"/>
            <a:ext cx="216000" cy="216000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DC00BB8-F6F5-4E88-A06E-87579A9CD6C0}"/>
              </a:ext>
            </a:extLst>
          </p:cNvPr>
          <p:cNvSpPr>
            <a:spLocks noChangeAspect="1"/>
          </p:cNvSpPr>
          <p:nvPr/>
        </p:nvSpPr>
        <p:spPr>
          <a:xfrm>
            <a:off x="3073620" y="3984493"/>
            <a:ext cx="216000" cy="216000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839E36D-5E92-404B-B18A-52EB062BF5C0}"/>
              </a:ext>
            </a:extLst>
          </p:cNvPr>
          <p:cNvSpPr>
            <a:spLocks noChangeAspect="1"/>
          </p:cNvSpPr>
          <p:nvPr/>
        </p:nvSpPr>
        <p:spPr>
          <a:xfrm>
            <a:off x="3416149" y="3984493"/>
            <a:ext cx="216000" cy="216000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14428EE-98C4-4C72-AE87-82883BB8AFE8}"/>
              </a:ext>
            </a:extLst>
          </p:cNvPr>
          <p:cNvSpPr>
            <a:spLocks noChangeAspect="1"/>
          </p:cNvSpPr>
          <p:nvPr/>
        </p:nvSpPr>
        <p:spPr>
          <a:xfrm>
            <a:off x="4101205" y="3984493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5BE0D92-7576-42D4-803C-F54C07BA04DF}"/>
              </a:ext>
            </a:extLst>
          </p:cNvPr>
          <p:cNvSpPr>
            <a:spLocks noChangeAspect="1"/>
          </p:cNvSpPr>
          <p:nvPr/>
        </p:nvSpPr>
        <p:spPr>
          <a:xfrm>
            <a:off x="4443734" y="3984493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F841B742-574C-4B1F-AD0A-56376889651A}"/>
              </a:ext>
            </a:extLst>
          </p:cNvPr>
          <p:cNvSpPr/>
          <p:nvPr/>
        </p:nvSpPr>
        <p:spPr>
          <a:xfrm rot="16200000">
            <a:off x="2926796" y="3838274"/>
            <a:ext cx="216001" cy="1286999"/>
          </a:xfrm>
          <a:prstGeom prst="leftBrace">
            <a:avLst>
              <a:gd name="adj1" fmla="val 10796"/>
              <a:gd name="adj2" fmla="val 49484"/>
            </a:avLst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DB7F7F4-B7BC-46F7-8C2E-21714FEB5C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9827" y="4558368"/>
          <a:ext cx="205379" cy="352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" imgW="133920" imgH="228600" progId="Equation.AxMath">
                  <p:embed/>
                </p:oleObj>
              </mc:Choice>
              <mc:Fallback>
                <p:oleObj name="AxMath" r:id="rId2" imgW="133920" imgH="228600" progId="Equation.AxMath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DB7F7F4-B7BC-46F7-8C2E-21714FEB5C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29827" y="4558368"/>
                        <a:ext cx="205379" cy="3520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左大括号 26">
            <a:extLst>
              <a:ext uri="{FF2B5EF4-FFF2-40B4-BE49-F238E27FC236}">
                <a16:creationId xmlns:a16="http://schemas.microsoft.com/office/drawing/2014/main" id="{0B5AABB1-D094-4C5D-BC96-A546E023DBD3}"/>
              </a:ext>
            </a:extLst>
          </p:cNvPr>
          <p:cNvSpPr/>
          <p:nvPr/>
        </p:nvSpPr>
        <p:spPr>
          <a:xfrm rot="16200000">
            <a:off x="3090562" y="4052857"/>
            <a:ext cx="216001" cy="1620000"/>
          </a:xfrm>
          <a:prstGeom prst="leftBrace">
            <a:avLst>
              <a:gd name="adj1" fmla="val 10796"/>
              <a:gd name="adj2" fmla="val 49484"/>
            </a:avLst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6FF39104-FF0B-4D1E-998E-F6D31FC0BB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8148" y="4933451"/>
          <a:ext cx="4286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278280" imgH="228600" progId="Equation.AxMath">
                  <p:embed/>
                </p:oleObj>
              </mc:Choice>
              <mc:Fallback>
                <p:oleObj name="AxMath" r:id="rId4" imgW="278280" imgH="228600" progId="Equation.AxMath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6FF39104-FF0B-4D1E-998E-F6D31FC0BB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98148" y="4933451"/>
                        <a:ext cx="428625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左大括号 28">
            <a:extLst>
              <a:ext uri="{FF2B5EF4-FFF2-40B4-BE49-F238E27FC236}">
                <a16:creationId xmlns:a16="http://schemas.microsoft.com/office/drawing/2014/main" id="{AD0A0D77-F778-4D6A-A805-3388E12CA335}"/>
              </a:ext>
            </a:extLst>
          </p:cNvPr>
          <p:cNvSpPr/>
          <p:nvPr/>
        </p:nvSpPr>
        <p:spPr>
          <a:xfrm rot="16200000">
            <a:off x="3271259" y="4298404"/>
            <a:ext cx="216002" cy="1989700"/>
          </a:xfrm>
          <a:prstGeom prst="leftBrace">
            <a:avLst>
              <a:gd name="adj1" fmla="val 10796"/>
              <a:gd name="adj2" fmla="val 49484"/>
            </a:avLst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C3E35C9A-D278-45E3-9D3F-CE149D55D6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2279" y="5354638"/>
          <a:ext cx="439737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285120" imgH="228600" progId="Equation.AxMath">
                  <p:embed/>
                </p:oleObj>
              </mc:Choice>
              <mc:Fallback>
                <p:oleObj name="AxMath" r:id="rId6" imgW="285120" imgH="228600" progId="Equation.AxMath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C3E35C9A-D278-45E3-9D3F-CE149D55D6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52279" y="5354638"/>
                        <a:ext cx="439737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0FE4148-BB99-4B01-8045-9FB2DD096539}"/>
              </a:ext>
            </a:extLst>
          </p:cNvPr>
          <p:cNvSpPr>
            <a:spLocks noChangeAspect="1"/>
          </p:cNvSpPr>
          <p:nvPr/>
        </p:nvSpPr>
        <p:spPr>
          <a:xfrm>
            <a:off x="5734822" y="2546264"/>
            <a:ext cx="216000" cy="216000"/>
          </a:xfrm>
          <a:prstGeom prst="roundRect">
            <a:avLst>
              <a:gd name="adj" fmla="val 8238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9FABBA5-51DA-4ACA-B518-71C7EAECC671}"/>
              </a:ext>
            </a:extLst>
          </p:cNvPr>
          <p:cNvSpPr>
            <a:spLocks noChangeAspect="1"/>
          </p:cNvSpPr>
          <p:nvPr/>
        </p:nvSpPr>
        <p:spPr>
          <a:xfrm>
            <a:off x="5734822" y="2857968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mic Sans MS" panose="030F0702030302020204" pitchFamily="66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12DFD14-CC95-4980-93E1-A26212AF8C40}"/>
              </a:ext>
            </a:extLst>
          </p:cNvPr>
          <p:cNvSpPr txBox="1"/>
          <p:nvPr/>
        </p:nvSpPr>
        <p:spPr>
          <a:xfrm>
            <a:off x="3165542" y="5707247"/>
            <a:ext cx="59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……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7491850-98E1-4724-9555-F47625F86E7C}"/>
              </a:ext>
            </a:extLst>
          </p:cNvPr>
          <p:cNvSpPr txBox="1"/>
          <p:nvPr/>
        </p:nvSpPr>
        <p:spPr>
          <a:xfrm>
            <a:off x="4680249" y="3923494"/>
            <a:ext cx="59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DC2835"/>
                </a:solidFill>
                <a:latin typeface="Comic Sans MS" panose="030F0702030302020204" pitchFamily="66" charset="0"/>
              </a:rPr>
              <a:t>……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95A5D53A-C826-4248-960B-69FF67EC4DD4}"/>
              </a:ext>
            </a:extLst>
          </p:cNvPr>
          <p:cNvCxnSpPr>
            <a:cxnSpLocks/>
          </p:cNvCxnSpPr>
          <p:nvPr/>
        </p:nvCxnSpPr>
        <p:spPr>
          <a:xfrm flipV="1">
            <a:off x="3514858" y="2797791"/>
            <a:ext cx="0" cy="25021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36A1451-82FF-48E1-A190-798BBEA70999}"/>
              </a:ext>
            </a:extLst>
          </p:cNvPr>
          <p:cNvSpPr>
            <a:spLocks noChangeAspect="1"/>
          </p:cNvSpPr>
          <p:nvPr/>
        </p:nvSpPr>
        <p:spPr>
          <a:xfrm>
            <a:off x="3416147" y="2548527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93CCC73-1200-484D-B778-BBB8DACAA40B}"/>
              </a:ext>
            </a:extLst>
          </p:cNvPr>
          <p:cNvSpPr>
            <a:spLocks noChangeAspect="1"/>
          </p:cNvSpPr>
          <p:nvPr/>
        </p:nvSpPr>
        <p:spPr>
          <a:xfrm>
            <a:off x="3758675" y="2548527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A7564FA-B2E3-4D5E-9154-DC88BFC5B465}"/>
              </a:ext>
            </a:extLst>
          </p:cNvPr>
          <p:cNvSpPr>
            <a:spLocks noChangeAspect="1"/>
          </p:cNvSpPr>
          <p:nvPr/>
        </p:nvSpPr>
        <p:spPr>
          <a:xfrm>
            <a:off x="4101205" y="2548527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DAFE9DA8-1A58-4BAF-BDE3-1FDA24AA5444}"/>
              </a:ext>
            </a:extLst>
          </p:cNvPr>
          <p:cNvSpPr>
            <a:spLocks noChangeAspect="1"/>
          </p:cNvSpPr>
          <p:nvPr/>
        </p:nvSpPr>
        <p:spPr>
          <a:xfrm>
            <a:off x="4443734" y="2548527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mic Sans MS" panose="030F0702030302020204" pitchFamily="66" charset="0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55740DFF-5ACC-4C6E-9309-B61720058982}"/>
              </a:ext>
            </a:extLst>
          </p:cNvPr>
          <p:cNvCxnSpPr>
            <a:cxnSpLocks/>
          </p:cNvCxnSpPr>
          <p:nvPr/>
        </p:nvCxnSpPr>
        <p:spPr>
          <a:xfrm flipV="1">
            <a:off x="3866675" y="2788693"/>
            <a:ext cx="0" cy="25021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F583AE13-F177-4C1F-955C-95AC318891F8}"/>
              </a:ext>
            </a:extLst>
          </p:cNvPr>
          <p:cNvCxnSpPr>
            <a:cxnSpLocks/>
          </p:cNvCxnSpPr>
          <p:nvPr/>
        </p:nvCxnSpPr>
        <p:spPr>
          <a:xfrm flipV="1">
            <a:off x="4209203" y="2790969"/>
            <a:ext cx="0" cy="25021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0F3B0DB0-058F-4AA8-8F69-0AA27B8F4DEF}"/>
              </a:ext>
            </a:extLst>
          </p:cNvPr>
          <p:cNvCxnSpPr>
            <a:cxnSpLocks/>
          </p:cNvCxnSpPr>
          <p:nvPr/>
        </p:nvCxnSpPr>
        <p:spPr>
          <a:xfrm flipV="1">
            <a:off x="4552877" y="2788695"/>
            <a:ext cx="0" cy="25021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36929C18-55D7-47B2-9348-398A66AD1574}"/>
              </a:ext>
            </a:extLst>
          </p:cNvPr>
          <p:cNvSpPr txBox="1"/>
          <p:nvPr/>
        </p:nvSpPr>
        <p:spPr>
          <a:xfrm>
            <a:off x="5792522" y="3143781"/>
            <a:ext cx="15066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C00000"/>
                </a:solidFill>
                <a:latin typeface="Comic Sans MS" panose="030F0702030302020204" pitchFamily="66" charset="0"/>
              </a:rPr>
              <a:t>Output Prob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928EFB5-40E1-44B3-A54F-62FB13EAA440}"/>
              </a:ext>
            </a:extLst>
          </p:cNvPr>
          <p:cNvSpPr>
            <a:spLocks noChangeAspect="1"/>
          </p:cNvSpPr>
          <p:nvPr/>
        </p:nvSpPr>
        <p:spPr>
          <a:xfrm>
            <a:off x="5734822" y="3175173"/>
            <a:ext cx="216000" cy="216000"/>
          </a:xfrm>
          <a:prstGeom prst="roundRect">
            <a:avLst>
              <a:gd name="adj" fmla="val 8238"/>
            </a:avLst>
          </a:prstGeom>
          <a:solidFill>
            <a:srgbClr val="F7CDD0"/>
          </a:solidFill>
          <a:ln w="19050">
            <a:solidFill>
              <a:srgbClr val="DC283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mic Sans MS" panose="030F0702030302020204" pitchFamily="66" charset="0"/>
            </a:endParaRPr>
          </a:p>
        </p:txBody>
      </p:sp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B7ADBF07-7D54-4E3E-A497-455F5FBCAD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8749" y="2083915"/>
          <a:ext cx="155426" cy="221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161640" imgH="228600" progId="Equation.AxMath">
                  <p:embed/>
                </p:oleObj>
              </mc:Choice>
              <mc:Fallback>
                <p:oleObj name="AxMath" r:id="rId8" imgW="161640" imgH="228600" progId="Equation.AxMath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B7ADBF07-7D54-4E3E-A497-455F5FBCAD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58749" y="2083915"/>
                        <a:ext cx="155426" cy="2211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DFFDA1CD-DF08-4FDF-84BA-859663CD6D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4784" y="2084366"/>
          <a:ext cx="282624" cy="220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0" imgW="291600" imgH="228600" progId="Equation.AxMath">
                  <p:embed/>
                </p:oleObj>
              </mc:Choice>
              <mc:Fallback>
                <p:oleObj name="AxMath" r:id="rId10" imgW="291600" imgH="228600" progId="Equation.AxMath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DFFDA1CD-DF08-4FDF-84BA-859663CD6D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714784" y="2084366"/>
                        <a:ext cx="282624" cy="220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3389AA0C-C24E-4940-B88A-C18563018D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4056" y="2084366"/>
          <a:ext cx="288574" cy="22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2" imgW="298800" imgH="228600" progId="Equation.AxMath">
                  <p:embed/>
                </p:oleObj>
              </mc:Choice>
              <mc:Fallback>
                <p:oleObj name="AxMath" r:id="rId12" imgW="298800" imgH="228600" progId="Equation.AxMath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3389AA0C-C24E-4940-B88A-C18563018D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064056" y="2084366"/>
                        <a:ext cx="288574" cy="220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D62814D0-2E03-435E-9FCF-47E0FD0C3E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439" y="2084366"/>
          <a:ext cx="290558" cy="220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4" imgW="300240" imgH="228600" progId="Equation.AxMath">
                  <p:embed/>
                </p:oleObj>
              </mc:Choice>
              <mc:Fallback>
                <p:oleObj name="AxMath" r:id="rId14" imgW="300240" imgH="228600" progId="Equation.AxMath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D62814D0-2E03-435E-9FCF-47E0FD0C3E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419439" y="2084366"/>
                        <a:ext cx="290558" cy="220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D7EC224-59C8-431C-B714-86491974BA79}"/>
              </a:ext>
            </a:extLst>
          </p:cNvPr>
          <p:cNvCxnSpPr>
            <a:cxnSpLocks/>
          </p:cNvCxnSpPr>
          <p:nvPr/>
        </p:nvCxnSpPr>
        <p:spPr>
          <a:xfrm flipV="1">
            <a:off x="3513715" y="2305150"/>
            <a:ext cx="0" cy="25021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EE0B6EFE-D649-47BF-B6FE-22F13BD700D9}"/>
              </a:ext>
            </a:extLst>
          </p:cNvPr>
          <p:cNvCxnSpPr>
            <a:cxnSpLocks/>
          </p:cNvCxnSpPr>
          <p:nvPr/>
        </p:nvCxnSpPr>
        <p:spPr>
          <a:xfrm flipV="1">
            <a:off x="3865532" y="2296052"/>
            <a:ext cx="0" cy="25021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A5C4C98A-7DAB-4049-99D5-BB878CCDEDB5}"/>
              </a:ext>
            </a:extLst>
          </p:cNvPr>
          <p:cNvCxnSpPr>
            <a:cxnSpLocks/>
          </p:cNvCxnSpPr>
          <p:nvPr/>
        </p:nvCxnSpPr>
        <p:spPr>
          <a:xfrm flipV="1">
            <a:off x="4208060" y="2298328"/>
            <a:ext cx="0" cy="25021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99ABDD13-4B17-4071-BB66-C447E5098D2A}"/>
              </a:ext>
            </a:extLst>
          </p:cNvPr>
          <p:cNvCxnSpPr>
            <a:cxnSpLocks/>
          </p:cNvCxnSpPr>
          <p:nvPr/>
        </p:nvCxnSpPr>
        <p:spPr>
          <a:xfrm flipV="1">
            <a:off x="4551734" y="2296054"/>
            <a:ext cx="0" cy="25021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C060D9E1-92F1-475D-B14A-CBF683852FC0}"/>
              </a:ext>
            </a:extLst>
          </p:cNvPr>
          <p:cNvSpPr txBox="1"/>
          <p:nvPr/>
        </p:nvSpPr>
        <p:spPr>
          <a:xfrm>
            <a:off x="4573544" y="2247994"/>
            <a:ext cx="7406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</a:rPr>
              <a:t>Sample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10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C9299-028C-0BDC-475B-9CD3713F7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3638D9C8-B99A-AA1B-0B9B-0E6D80AD08C7}"/>
              </a:ext>
            </a:extLst>
          </p:cNvPr>
          <p:cNvGrpSpPr/>
          <p:nvPr/>
        </p:nvGrpSpPr>
        <p:grpSpPr>
          <a:xfrm>
            <a:off x="156716" y="3133554"/>
            <a:ext cx="12051288" cy="3153747"/>
            <a:chOff x="156716" y="3133554"/>
            <a:chExt cx="12051288" cy="3153747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706BC9F-F37D-C157-1B3C-D248FFB77195}"/>
                </a:ext>
              </a:extLst>
            </p:cNvPr>
            <p:cNvSpPr/>
            <p:nvPr/>
          </p:nvSpPr>
          <p:spPr>
            <a:xfrm>
              <a:off x="156716" y="3133554"/>
              <a:ext cx="12035284" cy="31537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         </a:t>
              </a:r>
              <a:endParaRPr lang="zh-CN" altLang="en-US" dirty="0"/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B289E222-3664-9020-015E-962582C496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685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EB250ED8-C6AC-E917-8C87-0D2D5BAB28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213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1AB80B3A-AF13-0D7B-9456-081D75AAC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7741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7590E718-FCD4-B911-68FB-731F6150B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0269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B9589518-A39B-A610-485D-CE0C92FEE0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2797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F92E0244-2C56-51E1-00C0-86DB6E1F20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5325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D8E8E736-2307-8DAC-511A-DF29A8B9AD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7856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A1682C83-2EEE-3CFF-3A63-214DE2463813}"/>
                </a:ext>
              </a:extLst>
            </p:cNvPr>
            <p:cNvSpPr/>
            <p:nvPr/>
          </p:nvSpPr>
          <p:spPr>
            <a:xfrm>
              <a:off x="396334" y="4561476"/>
              <a:ext cx="2961470" cy="615820"/>
            </a:xfrm>
            <a:prstGeom prst="roundRect">
              <a:avLst>
                <a:gd name="adj" fmla="val 8238"/>
              </a:avLst>
            </a:prstGeom>
            <a:solidFill>
              <a:srgbClr val="FCEAEB"/>
            </a:solidFill>
            <a:ln w="19050">
              <a:solidFill>
                <a:srgbClr val="DC283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9BE635E-8BF6-78F7-FA3E-F381A51B73DA}"/>
                </a:ext>
              </a:extLst>
            </p:cNvPr>
            <p:cNvSpPr txBox="1"/>
            <p:nvPr/>
          </p:nvSpPr>
          <p:spPr>
            <a:xfrm>
              <a:off x="452628" y="4649934"/>
              <a:ext cx="28258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omic Sans MS" panose="030F0702030302020204" pitchFamily="66" charset="0"/>
                </a:rPr>
                <a:t>Reference Model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4F9E9EB-C3B6-BBAA-BE48-83AC8958CD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4685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6FBF343E-772F-674D-5EBF-70BEE0B7E3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34799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A548869F-097C-37AD-A36D-6BC83B46DA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7214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15BB7F96-D835-7A59-8F6B-54D6B38193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742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0AC14634-822E-E554-E166-4C3A1DE362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92271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1DF0ECE8-B0AB-7216-102F-4A955B0AA2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7327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B031DE7F-0390-29C8-57C3-920B143F84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19856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A9C11F7-9EFF-9F8C-89D0-FAA264041581}"/>
                </a:ext>
              </a:extLst>
            </p:cNvPr>
            <p:cNvSpPr txBox="1"/>
            <p:nvPr/>
          </p:nvSpPr>
          <p:spPr>
            <a:xfrm>
              <a:off x="2756371" y="5436970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8D947EFF-525C-1645-8F24-1751142B25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0980" y="4311267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6A328D6E-993E-AE41-4FB8-EEFAA05D8E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92269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66385C6E-022B-EA2A-C1C7-B894E085F8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34797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6378DA16-8081-9202-D9FB-87B86311B9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7327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001BBE94-88B0-095D-9A14-061A8A8F69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19856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BA9E5706-01DB-B429-F711-63842DC2EC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2797" y="4302169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C9873876-DEE7-68F9-9B3A-9799F287E0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5325" y="4304445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D0CD406F-14E2-ECA8-6F89-669EE50528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999" y="4302171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箭头连接符 176">
              <a:extLst>
                <a:ext uri="{FF2B5EF4-FFF2-40B4-BE49-F238E27FC236}">
                  <a16:creationId xmlns:a16="http://schemas.microsoft.com/office/drawing/2014/main" id="{527ABE65-3133-D138-FF61-3B4FE28D9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5376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9A7EC431-828B-BFBD-1D1A-FE7FEEEDE6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37904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999CFFCF-DC39-4752-6809-8400002EFF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0432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7D046570-40AD-F047-FFA1-C08FC99A3F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2960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F9C4EB22-B84F-1F7D-86E6-BCB7B327B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5488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712D8B07-74F9-AAA3-EAAB-79AC75726B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8016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箭头连接符 182">
              <a:extLst>
                <a:ext uri="{FF2B5EF4-FFF2-40B4-BE49-F238E27FC236}">
                  <a16:creationId xmlns:a16="http://schemas.microsoft.com/office/drawing/2014/main" id="{E4566294-ED87-A904-0622-52FE08D759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0547" y="51767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矩形: 圆角 183">
              <a:extLst>
                <a:ext uri="{FF2B5EF4-FFF2-40B4-BE49-F238E27FC236}">
                  <a16:creationId xmlns:a16="http://schemas.microsoft.com/office/drawing/2014/main" id="{00F13F66-0980-8768-6FBD-74FDFAD426E6}"/>
                </a:ext>
              </a:extLst>
            </p:cNvPr>
            <p:cNvSpPr/>
            <p:nvPr/>
          </p:nvSpPr>
          <p:spPr>
            <a:xfrm>
              <a:off x="8119025" y="4560905"/>
              <a:ext cx="2961470" cy="615820"/>
            </a:xfrm>
            <a:prstGeom prst="roundRect">
              <a:avLst>
                <a:gd name="adj" fmla="val 8238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accent5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Comic Sans MS" panose="030F0702030302020204" pitchFamily="66" charset="0"/>
                </a:rPr>
                <a:t> 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85" name="文本框 184">
              <a:extLst>
                <a:ext uri="{FF2B5EF4-FFF2-40B4-BE49-F238E27FC236}">
                  <a16:creationId xmlns:a16="http://schemas.microsoft.com/office/drawing/2014/main" id="{536224E5-DDFA-70D0-308E-4A8D4355BB47}"/>
                </a:ext>
              </a:extLst>
            </p:cNvPr>
            <p:cNvSpPr txBox="1"/>
            <p:nvPr/>
          </p:nvSpPr>
          <p:spPr>
            <a:xfrm>
              <a:off x="8175319" y="4649363"/>
              <a:ext cx="28258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omic Sans MS" panose="030F0702030302020204" pitchFamily="66" charset="0"/>
                </a:rPr>
                <a:t>Actor Model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186" name="矩形: 圆角 185">
              <a:extLst>
                <a:ext uri="{FF2B5EF4-FFF2-40B4-BE49-F238E27FC236}">
                  <a16:creationId xmlns:a16="http://schemas.microsoft.com/office/drawing/2014/main" id="{A5BC5D4E-223F-090D-94C6-819583F559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87376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305C1C30-4200-293F-1D66-A3EACEADB6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57490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8" name="矩形: 圆角 187">
              <a:extLst>
                <a:ext uri="{FF2B5EF4-FFF2-40B4-BE49-F238E27FC236}">
                  <a16:creationId xmlns:a16="http://schemas.microsoft.com/office/drawing/2014/main" id="{22194475-E1AA-7054-C94E-A0A97D596A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29905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9" name="矩形: 圆角 188">
              <a:extLst>
                <a:ext uri="{FF2B5EF4-FFF2-40B4-BE49-F238E27FC236}">
                  <a16:creationId xmlns:a16="http://schemas.microsoft.com/office/drawing/2014/main" id="{7D6B02A1-ED9E-F687-3BA8-DDA29C9B33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72433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90" name="矩形: 圆角 189">
              <a:extLst>
                <a:ext uri="{FF2B5EF4-FFF2-40B4-BE49-F238E27FC236}">
                  <a16:creationId xmlns:a16="http://schemas.microsoft.com/office/drawing/2014/main" id="{6BA8D4A8-C796-344E-6D3A-29B854A2F8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14962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91" name="矩形: 圆角 190">
              <a:extLst>
                <a:ext uri="{FF2B5EF4-FFF2-40B4-BE49-F238E27FC236}">
                  <a16:creationId xmlns:a16="http://schemas.microsoft.com/office/drawing/2014/main" id="{C23D7F76-A1F2-15DC-770F-6CB2991019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00018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92" name="矩形: 圆角 191">
              <a:extLst>
                <a:ext uri="{FF2B5EF4-FFF2-40B4-BE49-F238E27FC236}">
                  <a16:creationId xmlns:a16="http://schemas.microsoft.com/office/drawing/2014/main" id="{23512A2D-12F1-947B-BC82-9C33C02EDF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42547" y="54973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DB476AE3-C7FA-358B-8B5C-4FDBE5D50802}"/>
                </a:ext>
              </a:extLst>
            </p:cNvPr>
            <p:cNvSpPr txBox="1"/>
            <p:nvPr/>
          </p:nvSpPr>
          <p:spPr>
            <a:xfrm>
              <a:off x="10479062" y="5436399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EB586A35-3E64-88B1-8062-4F891C434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3671" y="4310696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矩形: 圆角 194">
              <a:extLst>
                <a:ext uri="{FF2B5EF4-FFF2-40B4-BE49-F238E27FC236}">
                  <a16:creationId xmlns:a16="http://schemas.microsoft.com/office/drawing/2014/main" id="{97922FF9-A320-BFE5-C229-43D50855B1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14960" y="4061432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6" name="矩形: 圆角 195">
              <a:extLst>
                <a:ext uri="{FF2B5EF4-FFF2-40B4-BE49-F238E27FC236}">
                  <a16:creationId xmlns:a16="http://schemas.microsoft.com/office/drawing/2014/main" id="{E773E377-C56A-A018-CBD5-E452441056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57488" y="4061432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7" name="矩形: 圆角 196">
              <a:extLst>
                <a:ext uri="{FF2B5EF4-FFF2-40B4-BE49-F238E27FC236}">
                  <a16:creationId xmlns:a16="http://schemas.microsoft.com/office/drawing/2014/main" id="{AE2873DD-BA9B-4401-216B-285834EA5A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00018" y="4061432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8" name="矩形: 圆角 197">
              <a:extLst>
                <a:ext uri="{FF2B5EF4-FFF2-40B4-BE49-F238E27FC236}">
                  <a16:creationId xmlns:a16="http://schemas.microsoft.com/office/drawing/2014/main" id="{05D40BD9-D8E0-9713-71CA-62A771474D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42547" y="4061432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199" name="直接箭头连接符 198">
              <a:extLst>
                <a:ext uri="{FF2B5EF4-FFF2-40B4-BE49-F238E27FC236}">
                  <a16:creationId xmlns:a16="http://schemas.microsoft.com/office/drawing/2014/main" id="{581167F6-C37C-593D-63B6-3DA3CEC88D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5488" y="4301598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F7B2D6BB-4ADF-BF68-A019-A955ADAD30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8016" y="4303874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E1B8D6B0-82CD-A1FC-9651-EECDD7035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1690" y="4301600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F62F8E76-669A-F512-8DDA-92F322386E44}"/>
                </a:ext>
              </a:extLst>
            </p:cNvPr>
            <p:cNvGrpSpPr/>
            <p:nvPr/>
          </p:nvGrpSpPr>
          <p:grpSpPr>
            <a:xfrm>
              <a:off x="4301204" y="3590925"/>
              <a:ext cx="2993988" cy="2116211"/>
              <a:chOff x="2320212" y="4271421"/>
              <a:chExt cx="2993988" cy="2116211"/>
            </a:xfrm>
          </p:grpSpPr>
          <p:cxnSp>
            <p:nvCxnSpPr>
              <p:cNvPr id="211" name="连接符: 肘形 210">
                <a:extLst>
                  <a:ext uri="{FF2B5EF4-FFF2-40B4-BE49-F238E27FC236}">
                    <a16:creationId xmlns:a16="http://schemas.microsoft.com/office/drawing/2014/main" id="{77C4C4BE-B520-8565-AB05-20A5EE243BA3}"/>
                  </a:ext>
                </a:extLst>
              </p:cNvPr>
              <p:cNvCxnSpPr>
                <a:cxnSpLocks/>
                <a:stCxn id="248" idx="3"/>
                <a:endCxn id="229" idx="2"/>
              </p:cNvCxnSpPr>
              <p:nvPr/>
            </p:nvCxnSpPr>
            <p:spPr>
              <a:xfrm>
                <a:off x="4352630" y="4381580"/>
                <a:ext cx="199104" cy="2006052"/>
              </a:xfrm>
              <a:prstGeom prst="bentConnector4">
                <a:avLst>
                  <a:gd name="adj1" fmla="val 22878"/>
                  <a:gd name="adj2" fmla="val 111396"/>
                </a:avLst>
              </a:prstGeom>
              <a:ln>
                <a:solidFill>
                  <a:srgbClr val="DC2835"/>
                </a:solidFill>
                <a:prstDash val="dash"/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连接符: 肘形 211">
                <a:extLst>
                  <a:ext uri="{FF2B5EF4-FFF2-40B4-BE49-F238E27FC236}">
                    <a16:creationId xmlns:a16="http://schemas.microsoft.com/office/drawing/2014/main" id="{AD22474B-8316-25EB-646F-5264AA14428D}"/>
                  </a:ext>
                </a:extLst>
              </p:cNvPr>
              <p:cNvCxnSpPr>
                <a:cxnSpLocks/>
                <a:stCxn id="247" idx="3"/>
                <a:endCxn id="228" idx="2"/>
              </p:cNvCxnSpPr>
              <p:nvPr/>
            </p:nvCxnSpPr>
            <p:spPr>
              <a:xfrm>
                <a:off x="3997408" y="4381579"/>
                <a:ext cx="211797" cy="2006053"/>
              </a:xfrm>
              <a:prstGeom prst="bentConnector4">
                <a:avLst>
                  <a:gd name="adj1" fmla="val 24504"/>
                  <a:gd name="adj2" fmla="val 111396"/>
                </a:avLst>
              </a:prstGeom>
              <a:ln>
                <a:solidFill>
                  <a:srgbClr val="DC2835"/>
                </a:solidFill>
                <a:prstDash val="dash"/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连接符: 肘形 212">
                <a:extLst>
                  <a:ext uri="{FF2B5EF4-FFF2-40B4-BE49-F238E27FC236}">
                    <a16:creationId xmlns:a16="http://schemas.microsoft.com/office/drawing/2014/main" id="{814C440C-1CB6-27FC-C4AA-DD29C6F2A77F}"/>
                  </a:ext>
                </a:extLst>
              </p:cNvPr>
              <p:cNvCxnSpPr>
                <a:cxnSpLocks/>
                <a:stCxn id="246" idx="3"/>
                <a:endCxn id="224" idx="2"/>
              </p:cNvCxnSpPr>
              <p:nvPr/>
            </p:nvCxnSpPr>
            <p:spPr>
              <a:xfrm>
                <a:off x="3614175" y="4381621"/>
                <a:ext cx="252502" cy="2006011"/>
              </a:xfrm>
              <a:prstGeom prst="bentConnector4">
                <a:avLst>
                  <a:gd name="adj1" fmla="val 28614"/>
                  <a:gd name="adj2" fmla="val 111396"/>
                </a:avLst>
              </a:prstGeom>
              <a:ln>
                <a:solidFill>
                  <a:srgbClr val="DC2835"/>
                </a:solidFill>
                <a:prstDash val="dash"/>
                <a:headEnd type="none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接箭头连接符 213">
                <a:extLst>
                  <a:ext uri="{FF2B5EF4-FFF2-40B4-BE49-F238E27FC236}">
                    <a16:creationId xmlns:a16="http://schemas.microsoft.com/office/drawing/2014/main" id="{AB45EE90-91A1-16D9-B48B-048B195CB7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96563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直接箭头连接符 214">
                <a:extLst>
                  <a:ext uri="{FF2B5EF4-FFF2-40B4-BE49-F238E27FC236}">
                    <a16:creationId xmlns:a16="http://schemas.microsoft.com/office/drawing/2014/main" id="{9A380AE3-82B1-3F81-A148-07B7C6A1E1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39091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接箭头连接符 215">
                <a:extLst>
                  <a:ext uri="{FF2B5EF4-FFF2-40B4-BE49-F238E27FC236}">
                    <a16:creationId xmlns:a16="http://schemas.microsoft.com/office/drawing/2014/main" id="{8250F9AE-DD0D-E4EC-1E53-C694B6F6D5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81619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接箭头连接符 216">
                <a:extLst>
                  <a:ext uri="{FF2B5EF4-FFF2-40B4-BE49-F238E27FC236}">
                    <a16:creationId xmlns:a16="http://schemas.microsoft.com/office/drawing/2014/main" id="{997DCE47-24E6-90B0-BB2C-4BF0BDDDDF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24147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箭头连接符 217">
                <a:extLst>
                  <a:ext uri="{FF2B5EF4-FFF2-40B4-BE49-F238E27FC236}">
                    <a16:creationId xmlns:a16="http://schemas.microsoft.com/office/drawing/2014/main" id="{3E435DA3-C357-2010-9664-55DD5BFB66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6675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接箭头连接符 218">
                <a:extLst>
                  <a:ext uri="{FF2B5EF4-FFF2-40B4-BE49-F238E27FC236}">
                    <a16:creationId xmlns:a16="http://schemas.microsoft.com/office/drawing/2014/main" id="{930030DA-F4CF-3D61-A63D-A877A30ED7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9203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箭头连接符 219">
                <a:extLst>
                  <a:ext uri="{FF2B5EF4-FFF2-40B4-BE49-F238E27FC236}">
                    <a16:creationId xmlns:a16="http://schemas.microsoft.com/office/drawing/2014/main" id="{311C2E85-7CB5-DDA7-5D93-13A8178B32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51734" y="5850958"/>
                <a:ext cx="0" cy="32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1" name="矩形: 圆角 220">
                <a:extLst>
                  <a:ext uri="{FF2B5EF4-FFF2-40B4-BE49-F238E27FC236}">
                    <a16:creationId xmlns:a16="http://schemas.microsoft.com/office/drawing/2014/main" id="{0BD96B3F-3020-18B7-5377-5E52FA491B26}"/>
                  </a:ext>
                </a:extLst>
              </p:cNvPr>
              <p:cNvSpPr/>
              <p:nvPr/>
            </p:nvSpPr>
            <p:spPr>
              <a:xfrm>
                <a:off x="2320212" y="5235139"/>
                <a:ext cx="2961470" cy="615820"/>
              </a:xfrm>
              <a:prstGeom prst="roundRect">
                <a:avLst>
                  <a:gd name="adj" fmla="val 8238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chemeClr val="accent5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75C3A6DD-3B08-79B3-2AD1-548B91BDDE57}"/>
                  </a:ext>
                </a:extLst>
              </p:cNvPr>
              <p:cNvSpPr txBox="1"/>
              <p:nvPr/>
            </p:nvSpPr>
            <p:spPr>
              <a:xfrm>
                <a:off x="2759991" y="5318896"/>
                <a:ext cx="22129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Comic Sans MS" panose="030F0702030302020204" pitchFamily="66" charset="0"/>
                  </a:rPr>
                  <a:t>Policy Model</a:t>
                </a:r>
                <a:endParaRPr lang="zh-CN" altLang="en-US" sz="2400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3" name="矩形: 圆角 222">
                <a:extLst>
                  <a:ext uri="{FF2B5EF4-FFF2-40B4-BE49-F238E27FC236}">
                    <a16:creationId xmlns:a16="http://schemas.microsoft.com/office/drawing/2014/main" id="{F686A654-51D0-03C1-BDED-E4FA8A7D6EE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88563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4" name="矩形: 圆角 223">
                <a:extLst>
                  <a:ext uri="{FF2B5EF4-FFF2-40B4-BE49-F238E27FC236}">
                    <a16:creationId xmlns:a16="http://schemas.microsoft.com/office/drawing/2014/main" id="{DC1CF26D-22E6-16C3-B7FA-6B11D8910C4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58677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5" name="矩形: 圆角 224">
                <a:extLst>
                  <a:ext uri="{FF2B5EF4-FFF2-40B4-BE49-F238E27FC236}">
                    <a16:creationId xmlns:a16="http://schemas.microsoft.com/office/drawing/2014/main" id="{50A4DA30-6E85-114E-9843-4449614E584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31092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6" name="矩形: 圆角 225">
                <a:extLst>
                  <a:ext uri="{FF2B5EF4-FFF2-40B4-BE49-F238E27FC236}">
                    <a16:creationId xmlns:a16="http://schemas.microsoft.com/office/drawing/2014/main" id="{AC60F2C8-A614-399E-E8DE-7A60DF0C1C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73620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7" name="矩形: 圆角 226">
                <a:extLst>
                  <a:ext uri="{FF2B5EF4-FFF2-40B4-BE49-F238E27FC236}">
                    <a16:creationId xmlns:a16="http://schemas.microsoft.com/office/drawing/2014/main" id="{BE7AD579-14A9-20C1-A8A2-4218A647B4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16149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8" name="矩形: 圆角 227">
                <a:extLst>
                  <a:ext uri="{FF2B5EF4-FFF2-40B4-BE49-F238E27FC236}">
                    <a16:creationId xmlns:a16="http://schemas.microsoft.com/office/drawing/2014/main" id="{59274F8E-45AD-8562-4B3A-D94F8BA126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01205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29" name="矩形: 圆角 228">
                <a:extLst>
                  <a:ext uri="{FF2B5EF4-FFF2-40B4-BE49-F238E27FC236}">
                    <a16:creationId xmlns:a16="http://schemas.microsoft.com/office/drawing/2014/main" id="{0A937449-903F-4883-2D11-CCF08AA31A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43734" y="6171632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CBAD9F21-67C3-C782-C87E-E05E42E4DCE7}"/>
                  </a:ext>
                </a:extLst>
              </p:cNvPr>
              <p:cNvSpPr txBox="1"/>
              <p:nvPr/>
            </p:nvSpPr>
            <p:spPr>
              <a:xfrm>
                <a:off x="4680249" y="6110633"/>
                <a:ext cx="5943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rgbClr val="DC2835"/>
                    </a:solidFill>
                    <a:latin typeface="Comic Sans MS" panose="030F0702030302020204" pitchFamily="66" charset="0"/>
                  </a:rPr>
                  <a:t>……</a:t>
                </a:r>
              </a:p>
            </p:txBody>
          </p:sp>
          <p:cxnSp>
            <p:nvCxnSpPr>
              <p:cNvPr id="238" name="直接箭头连接符 237">
                <a:extLst>
                  <a:ext uri="{FF2B5EF4-FFF2-40B4-BE49-F238E27FC236}">
                    <a16:creationId xmlns:a16="http://schemas.microsoft.com/office/drawing/2014/main" id="{06229200-5A21-1E92-19C3-12E2CEACB8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14858" y="4984930"/>
                <a:ext cx="0" cy="2502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9" name="矩形: 圆角 238">
                <a:extLst>
                  <a:ext uri="{FF2B5EF4-FFF2-40B4-BE49-F238E27FC236}">
                    <a16:creationId xmlns:a16="http://schemas.microsoft.com/office/drawing/2014/main" id="{90345238-05D6-7E92-B39F-D6A45C734E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16147" y="4735666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40" name="矩形: 圆角 239">
                <a:extLst>
                  <a:ext uri="{FF2B5EF4-FFF2-40B4-BE49-F238E27FC236}">
                    <a16:creationId xmlns:a16="http://schemas.microsoft.com/office/drawing/2014/main" id="{75F4C9C4-28D6-E2F8-76B4-4EA7149C35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58675" y="4735666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41" name="矩形: 圆角 240">
                <a:extLst>
                  <a:ext uri="{FF2B5EF4-FFF2-40B4-BE49-F238E27FC236}">
                    <a16:creationId xmlns:a16="http://schemas.microsoft.com/office/drawing/2014/main" id="{8A4A2C1D-7F27-760E-DD9C-7F6D706C39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01205" y="4735666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42" name="矩形: 圆角 241">
                <a:extLst>
                  <a:ext uri="{FF2B5EF4-FFF2-40B4-BE49-F238E27FC236}">
                    <a16:creationId xmlns:a16="http://schemas.microsoft.com/office/drawing/2014/main" id="{0FCC9D14-35C1-7470-A8A2-90ADE9BA77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43734" y="4735666"/>
                <a:ext cx="216000" cy="216000"/>
              </a:xfrm>
              <a:prstGeom prst="roundRect">
                <a:avLst>
                  <a:gd name="adj" fmla="val 8238"/>
                </a:avLst>
              </a:prstGeom>
              <a:solidFill>
                <a:srgbClr val="F7CDD0"/>
              </a:solidFill>
              <a:ln w="19050">
                <a:solidFill>
                  <a:srgbClr val="DC2835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cxnSp>
            <p:nvCxnSpPr>
              <p:cNvPr id="243" name="直接箭头连接符 242">
                <a:extLst>
                  <a:ext uri="{FF2B5EF4-FFF2-40B4-BE49-F238E27FC236}">
                    <a16:creationId xmlns:a16="http://schemas.microsoft.com/office/drawing/2014/main" id="{AE04C60E-9D47-4059-0033-94406B93A3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6675" y="4975832"/>
                <a:ext cx="0" cy="2502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接箭头连接符 243">
                <a:extLst>
                  <a:ext uri="{FF2B5EF4-FFF2-40B4-BE49-F238E27FC236}">
                    <a16:creationId xmlns:a16="http://schemas.microsoft.com/office/drawing/2014/main" id="{E10A04D6-8F46-BBBB-045A-2FD813A924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9203" y="4978108"/>
                <a:ext cx="0" cy="2502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直接箭头连接符 244">
                <a:extLst>
                  <a:ext uri="{FF2B5EF4-FFF2-40B4-BE49-F238E27FC236}">
                    <a16:creationId xmlns:a16="http://schemas.microsoft.com/office/drawing/2014/main" id="{A90D17E6-31BC-E529-F2A1-672A3632BC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52877" y="4975834"/>
                <a:ext cx="0" cy="2502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246" name="对象 245">
                    <a:extLst>
                      <a:ext uri="{FF2B5EF4-FFF2-40B4-BE49-F238E27FC236}">
                        <a16:creationId xmlns:a16="http://schemas.microsoft.com/office/drawing/2014/main" id="{7CFE4AE9-888E-1DB1-8F0C-74DE9AC2DE75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967344044"/>
                      </p:ext>
                    </p:extLst>
                  </p:nvPr>
                </p:nvGraphicFramePr>
                <p:xfrm>
                  <a:off x="3454608" y="4271421"/>
                  <a:ext cx="166688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AxMath" r:id="rId2" imgW="173880" imgH="228240" progId="Equation.AxMath">
                          <p:embed/>
                        </p:oleObj>
                      </mc:Choice>
                      <mc:Fallback>
                        <p:oleObj name="AxMath" r:id="rId2" imgW="173880" imgH="228240" progId="Equation.AxMath">
                          <p:embed/>
                          <p:pic>
                            <p:nvPicPr>
                              <p:cNvPr id="246" name="对象 245">
                                <a:extLst>
                                  <a:ext uri="{FF2B5EF4-FFF2-40B4-BE49-F238E27FC236}">
                                    <a16:creationId xmlns:a16="http://schemas.microsoft.com/office/drawing/2014/main" id="{5B316ABF-417B-419E-9863-7268C3F748E7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454608" y="4271421"/>
                                <a:ext cx="166688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246" name="对象 245">
                    <a:extLst>
                      <a:ext uri="{FF2B5EF4-FFF2-40B4-BE49-F238E27FC236}">
                        <a16:creationId xmlns:a16="http://schemas.microsoft.com/office/drawing/2014/main" id="{7CFE4AE9-888E-1DB1-8F0C-74DE9AC2DE75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967344044"/>
                      </p:ext>
                    </p:extLst>
                  </p:nvPr>
                </p:nvGraphicFramePr>
                <p:xfrm>
                  <a:off x="3454608" y="4271421"/>
                  <a:ext cx="166688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AxMath" r:id="rId4" imgW="173880" imgH="228240" progId="Equation.AxMath">
                          <p:embed/>
                        </p:oleObj>
                      </mc:Choice>
                      <mc:Fallback>
                        <p:oleObj name="AxMath" r:id="rId4" imgW="173880" imgH="228240" progId="Equation.AxMath">
                          <p:embed/>
                          <p:pic>
                            <p:nvPicPr>
                              <p:cNvPr id="246" name="对象 245">
                                <a:extLst>
                                  <a:ext uri="{FF2B5EF4-FFF2-40B4-BE49-F238E27FC236}">
                                    <a16:creationId xmlns:a16="http://schemas.microsoft.com/office/drawing/2014/main" id="{5B316ABF-417B-419E-9863-7268C3F748E7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454608" y="4271421"/>
                                <a:ext cx="166688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247" name="对象 246">
                    <a:extLst>
                      <a:ext uri="{FF2B5EF4-FFF2-40B4-BE49-F238E27FC236}">
                        <a16:creationId xmlns:a16="http://schemas.microsoft.com/office/drawing/2014/main" id="{00BB29EB-F378-B8D6-B0FE-9C821F7FF047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924132720"/>
                      </p:ext>
                    </p:extLst>
                  </p:nvPr>
                </p:nvGraphicFramePr>
                <p:xfrm>
                  <a:off x="3781633" y="4271421"/>
                  <a:ext cx="147638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AxMath" r:id="rId5" imgW="153720" imgH="228240" progId="Equation.AxMath">
                          <p:embed/>
                        </p:oleObj>
                      </mc:Choice>
                      <mc:Fallback>
                        <p:oleObj name="AxMath" r:id="rId5" imgW="153720" imgH="228240" progId="Equation.AxMath">
                          <p:embed/>
                          <p:pic>
                            <p:nvPicPr>
                              <p:cNvPr id="247" name="对象 246">
                                <a:extLst>
                                  <a:ext uri="{FF2B5EF4-FFF2-40B4-BE49-F238E27FC236}">
                                    <a16:creationId xmlns:a16="http://schemas.microsoft.com/office/drawing/2014/main" id="{4CD55A14-DF15-4BDF-9CFF-AD22207A782A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781633" y="4271421"/>
                                <a:ext cx="147638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247" name="对象 246">
                    <a:extLst>
                      <a:ext uri="{FF2B5EF4-FFF2-40B4-BE49-F238E27FC236}">
                        <a16:creationId xmlns:a16="http://schemas.microsoft.com/office/drawing/2014/main" id="{00BB29EB-F378-B8D6-B0FE-9C821F7FF047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924132720"/>
                      </p:ext>
                    </p:extLst>
                  </p:nvPr>
                </p:nvGraphicFramePr>
                <p:xfrm>
                  <a:off x="3781633" y="4271421"/>
                  <a:ext cx="147638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AxMath" r:id="rId5" imgW="153720" imgH="228240" progId="Equation.AxMath">
                          <p:embed/>
                        </p:oleObj>
                      </mc:Choice>
                      <mc:Fallback>
                        <p:oleObj name="AxMath" r:id="rId5" imgW="153720" imgH="228240" progId="Equation.AxMath">
                          <p:embed/>
                          <p:pic>
                            <p:nvPicPr>
                              <p:cNvPr id="247" name="对象 246">
                                <a:extLst>
                                  <a:ext uri="{FF2B5EF4-FFF2-40B4-BE49-F238E27FC236}">
                                    <a16:creationId xmlns:a16="http://schemas.microsoft.com/office/drawing/2014/main" id="{4CD55A14-DF15-4BDF-9CFF-AD22207A782A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781633" y="4271421"/>
                                <a:ext cx="147638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248" name="对象 247">
                    <a:extLst>
                      <a:ext uri="{FF2B5EF4-FFF2-40B4-BE49-F238E27FC236}">
                        <a16:creationId xmlns:a16="http://schemas.microsoft.com/office/drawing/2014/main" id="{6610823E-560B-E133-819D-6A6ADD836CFC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71205781"/>
                      </p:ext>
                    </p:extLst>
                  </p:nvPr>
                </p:nvGraphicFramePr>
                <p:xfrm>
                  <a:off x="4130883" y="4271421"/>
                  <a:ext cx="155575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AxMath" r:id="rId7" imgW="160920" imgH="228240" progId="Equation.AxMath">
                          <p:embed/>
                        </p:oleObj>
                      </mc:Choice>
                      <mc:Fallback>
                        <p:oleObj name="AxMath" r:id="rId7" imgW="160920" imgH="228240" progId="Equation.AxMath">
                          <p:embed/>
                          <p:pic>
                            <p:nvPicPr>
                              <p:cNvPr id="248" name="对象 247">
                                <a:extLst>
                                  <a:ext uri="{FF2B5EF4-FFF2-40B4-BE49-F238E27FC236}">
                                    <a16:creationId xmlns:a16="http://schemas.microsoft.com/office/drawing/2014/main" id="{E1FD1493-3D4C-4C96-B8B2-ECEED652AB44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130883" y="4271421"/>
                                <a:ext cx="155575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248" name="对象 247">
                    <a:extLst>
                      <a:ext uri="{FF2B5EF4-FFF2-40B4-BE49-F238E27FC236}">
                        <a16:creationId xmlns:a16="http://schemas.microsoft.com/office/drawing/2014/main" id="{6610823E-560B-E133-819D-6A6ADD836CFC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71205781"/>
                      </p:ext>
                    </p:extLst>
                  </p:nvPr>
                </p:nvGraphicFramePr>
                <p:xfrm>
                  <a:off x="4130883" y="4271421"/>
                  <a:ext cx="155575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AxMath" r:id="rId7" imgW="160920" imgH="228240" progId="Equation.AxMath">
                          <p:embed/>
                        </p:oleObj>
                      </mc:Choice>
                      <mc:Fallback>
                        <p:oleObj name="AxMath" r:id="rId7" imgW="160920" imgH="228240" progId="Equation.AxMath">
                          <p:embed/>
                          <p:pic>
                            <p:nvPicPr>
                              <p:cNvPr id="248" name="对象 247">
                                <a:extLst>
                                  <a:ext uri="{FF2B5EF4-FFF2-40B4-BE49-F238E27FC236}">
                                    <a16:creationId xmlns:a16="http://schemas.microsoft.com/office/drawing/2014/main" id="{E1FD1493-3D4C-4C96-B8B2-ECEED652AB44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130883" y="4271421"/>
                                <a:ext cx="155575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249" name="对象 248">
                    <a:extLst>
                      <a:ext uri="{FF2B5EF4-FFF2-40B4-BE49-F238E27FC236}">
                        <a16:creationId xmlns:a16="http://schemas.microsoft.com/office/drawing/2014/main" id="{5B156E8A-17F2-5B78-11A5-499175C12F17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324864855"/>
                      </p:ext>
                    </p:extLst>
                  </p:nvPr>
                </p:nvGraphicFramePr>
                <p:xfrm>
                  <a:off x="4486483" y="4271421"/>
                  <a:ext cx="157163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AxMath" r:id="rId9" imgW="162360" imgH="228240" progId="Equation.AxMath">
                          <p:embed/>
                        </p:oleObj>
                      </mc:Choice>
                      <mc:Fallback>
                        <p:oleObj name="AxMath" r:id="rId9" imgW="162360" imgH="228240" progId="Equation.AxMath">
                          <p:embed/>
                          <p:pic>
                            <p:nvPicPr>
                              <p:cNvPr id="249" name="对象 248">
                                <a:extLst>
                                  <a:ext uri="{FF2B5EF4-FFF2-40B4-BE49-F238E27FC236}">
                                    <a16:creationId xmlns:a16="http://schemas.microsoft.com/office/drawing/2014/main" id="{EABBEA05-1DFC-45BA-8BDE-1AE0B9BD291E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1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486483" y="4271421"/>
                                <a:ext cx="157163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249" name="对象 248">
                    <a:extLst>
                      <a:ext uri="{FF2B5EF4-FFF2-40B4-BE49-F238E27FC236}">
                        <a16:creationId xmlns:a16="http://schemas.microsoft.com/office/drawing/2014/main" id="{5B156E8A-17F2-5B78-11A5-499175C12F17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324864855"/>
                      </p:ext>
                    </p:extLst>
                  </p:nvPr>
                </p:nvGraphicFramePr>
                <p:xfrm>
                  <a:off x="4486483" y="4271421"/>
                  <a:ext cx="157163" cy="22066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AxMath" r:id="rId9" imgW="162360" imgH="228240" progId="Equation.AxMath">
                          <p:embed/>
                        </p:oleObj>
                      </mc:Choice>
                      <mc:Fallback>
                        <p:oleObj name="AxMath" r:id="rId9" imgW="162360" imgH="228240" progId="Equation.AxMath">
                          <p:embed/>
                          <p:pic>
                            <p:nvPicPr>
                              <p:cNvPr id="249" name="对象 248">
                                <a:extLst>
                                  <a:ext uri="{FF2B5EF4-FFF2-40B4-BE49-F238E27FC236}">
                                    <a16:creationId xmlns:a16="http://schemas.microsoft.com/office/drawing/2014/main" id="{EABBEA05-1DFC-45BA-8BDE-1AE0B9BD291E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1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486483" y="4271421"/>
                                <a:ext cx="157163" cy="22066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cxnSp>
            <p:nvCxnSpPr>
              <p:cNvPr id="250" name="直接箭头连接符 249">
                <a:extLst>
                  <a:ext uri="{FF2B5EF4-FFF2-40B4-BE49-F238E27FC236}">
                    <a16:creationId xmlns:a16="http://schemas.microsoft.com/office/drawing/2014/main" id="{31091143-93BE-F8F6-2EB3-B09658C01C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13715" y="4492289"/>
                <a:ext cx="0" cy="25021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箭头连接符 250">
                <a:extLst>
                  <a:ext uri="{FF2B5EF4-FFF2-40B4-BE49-F238E27FC236}">
                    <a16:creationId xmlns:a16="http://schemas.microsoft.com/office/drawing/2014/main" id="{4121362F-CE8E-AC1E-D10A-FB851F8978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5532" y="4483191"/>
                <a:ext cx="0" cy="25021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直接箭头连接符 251">
                <a:extLst>
                  <a:ext uri="{FF2B5EF4-FFF2-40B4-BE49-F238E27FC236}">
                    <a16:creationId xmlns:a16="http://schemas.microsoft.com/office/drawing/2014/main" id="{9F20CA5A-9B84-40F0-18E3-9897AB2794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8060" y="4485467"/>
                <a:ext cx="0" cy="25021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箭头连接符 252">
                <a:extLst>
                  <a:ext uri="{FF2B5EF4-FFF2-40B4-BE49-F238E27FC236}">
                    <a16:creationId xmlns:a16="http://schemas.microsoft.com/office/drawing/2014/main" id="{2F905CF8-3600-C3D2-A640-8C3C6163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51734" y="4483193"/>
                <a:ext cx="0" cy="25021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21EA2767-DA31-8535-1B2F-3F7AD5E4B567}"/>
                  </a:ext>
                </a:extLst>
              </p:cNvPr>
              <p:cNvSpPr txBox="1"/>
              <p:nvPr/>
            </p:nvSpPr>
            <p:spPr>
              <a:xfrm>
                <a:off x="4573544" y="4435133"/>
                <a:ext cx="74065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  <a:latin typeface="Comic Sans MS" panose="030F0702030302020204" pitchFamily="66" charset="0"/>
                  </a:rPr>
                  <a:t>Sample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Comic Sans MS" panose="030F0702030302020204" pitchFamily="66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08" name="对象 107">
                  <a:extLst>
                    <a:ext uri="{FF2B5EF4-FFF2-40B4-BE49-F238E27FC236}">
                      <a16:creationId xmlns:a16="http://schemas.microsoft.com/office/drawing/2014/main" id="{38BF9C23-854C-2464-1575-0D3B0C36F6B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519246217"/>
                    </p:ext>
                  </p:extLst>
                </p:nvPr>
              </p:nvGraphicFramePr>
              <p:xfrm>
                <a:off x="1933840" y="3397791"/>
                <a:ext cx="388938" cy="36036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AxMath" r:id="rId11" imgW="253440" imgH="232920" progId="Equation.AxMath">
                        <p:embed/>
                      </p:oleObj>
                    </mc:Choice>
                    <mc:Fallback>
                      <p:oleObj name="AxMath" r:id="rId11" imgW="253440" imgH="232920" progId="Equation.AxMath">
                        <p:embed/>
                        <p:pic>
                          <p:nvPicPr>
                            <p:cNvPr id="108" name="对象 107">
                              <a:extLst>
                                <a:ext uri="{FF2B5EF4-FFF2-40B4-BE49-F238E27FC236}">
                                  <a16:creationId xmlns:a16="http://schemas.microsoft.com/office/drawing/2014/main" id="{543FD476-59C5-49E8-BFC9-A80164C4D28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933840" y="3397791"/>
                              <a:ext cx="388938" cy="3603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08" name="对象 107">
                  <a:extLst>
                    <a:ext uri="{FF2B5EF4-FFF2-40B4-BE49-F238E27FC236}">
                      <a16:creationId xmlns:a16="http://schemas.microsoft.com/office/drawing/2014/main" id="{38BF9C23-854C-2464-1575-0D3B0C36F6B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519246217"/>
                    </p:ext>
                  </p:extLst>
                </p:nvPr>
              </p:nvGraphicFramePr>
              <p:xfrm>
                <a:off x="1933840" y="3397791"/>
                <a:ext cx="388938" cy="36036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AxMath" r:id="rId11" imgW="253440" imgH="232920" progId="Equation.AxMath">
                        <p:embed/>
                      </p:oleObj>
                    </mc:Choice>
                    <mc:Fallback>
                      <p:oleObj name="AxMath" r:id="rId11" imgW="253440" imgH="232920" progId="Equation.AxMath">
                        <p:embed/>
                        <p:pic>
                          <p:nvPicPr>
                            <p:cNvPr id="108" name="对象 107">
                              <a:extLst>
                                <a:ext uri="{FF2B5EF4-FFF2-40B4-BE49-F238E27FC236}">
                                  <a16:creationId xmlns:a16="http://schemas.microsoft.com/office/drawing/2014/main" id="{543FD476-59C5-49E8-BFC9-A80164C4D28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933840" y="3397791"/>
                              <a:ext cx="388938" cy="36036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09" name="对象 108">
                  <a:extLst>
                    <a:ext uri="{FF2B5EF4-FFF2-40B4-BE49-F238E27FC236}">
                      <a16:creationId xmlns:a16="http://schemas.microsoft.com/office/drawing/2014/main" id="{FD5C8D13-C55C-4E26-5D88-7C6FA5D6FFE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41336585"/>
                    </p:ext>
                  </p:extLst>
                </p:nvPr>
              </p:nvGraphicFramePr>
              <p:xfrm>
                <a:off x="9694228" y="3446463"/>
                <a:ext cx="273050" cy="3524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AxMath" r:id="rId13" imgW="177840" imgH="228240" progId="Equation.AxMath">
                        <p:embed/>
                      </p:oleObj>
                    </mc:Choice>
                    <mc:Fallback>
                      <p:oleObj name="AxMath" r:id="rId13" imgW="177840" imgH="228240" progId="Equation.AxMath">
                        <p:embed/>
                        <p:pic>
                          <p:nvPicPr>
                            <p:cNvPr id="109" name="对象 108">
                              <a:extLst>
                                <a:ext uri="{FF2B5EF4-FFF2-40B4-BE49-F238E27FC236}">
                                  <a16:creationId xmlns:a16="http://schemas.microsoft.com/office/drawing/2014/main" id="{15783E2D-CAAC-49BB-B232-680E2781E5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694228" y="3446463"/>
                              <a:ext cx="273050" cy="3524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109" name="对象 108">
                  <a:extLst>
                    <a:ext uri="{FF2B5EF4-FFF2-40B4-BE49-F238E27FC236}">
                      <a16:creationId xmlns:a16="http://schemas.microsoft.com/office/drawing/2014/main" id="{FD5C8D13-C55C-4E26-5D88-7C6FA5D6FFE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41336585"/>
                    </p:ext>
                  </p:extLst>
                </p:nvPr>
              </p:nvGraphicFramePr>
              <p:xfrm>
                <a:off x="9694228" y="3446463"/>
                <a:ext cx="273050" cy="3524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AxMath" r:id="rId13" imgW="177840" imgH="228240" progId="Equation.AxMath">
                        <p:embed/>
                      </p:oleObj>
                    </mc:Choice>
                    <mc:Fallback>
                      <p:oleObj name="AxMath" r:id="rId13" imgW="177840" imgH="228240" progId="Equation.AxMath">
                        <p:embed/>
                        <p:pic>
                          <p:nvPicPr>
                            <p:cNvPr id="109" name="对象 108">
                              <a:extLst>
                                <a:ext uri="{FF2B5EF4-FFF2-40B4-BE49-F238E27FC236}">
                                  <a16:creationId xmlns:a16="http://schemas.microsoft.com/office/drawing/2014/main" id="{15783E2D-CAAC-49BB-B232-680E2781E59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694228" y="3446463"/>
                              <a:ext cx="273050" cy="3524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CD379297-D813-9FBB-D358-00F765A3BC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8473" y="5602487"/>
              <a:ext cx="36715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9C65C68B-23D6-74AE-6493-D5A269887300}"/>
                </a:ext>
              </a:extLst>
            </p:cNvPr>
            <p:cNvSpPr txBox="1"/>
            <p:nvPr/>
          </p:nvSpPr>
          <p:spPr>
            <a:xfrm>
              <a:off x="3394617" y="5010607"/>
              <a:ext cx="87983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F0A2A8"/>
                  </a:solidFill>
                  <a:latin typeface="Comic Sans MS" panose="030F0702030302020204" pitchFamily="66" charset="0"/>
                </a:rPr>
                <a:t>Samples</a:t>
              </a:r>
            </a:p>
            <a:p>
              <a:pPr algn="ctr"/>
              <a:r>
                <a:rPr lang="en-US" altLang="zh-CN" sz="1100" dirty="0">
                  <a:solidFill>
                    <a:srgbClr val="F0A2A8"/>
                  </a:solidFill>
                  <a:latin typeface="Comic Sans MS" panose="030F0702030302020204" pitchFamily="66" charset="0"/>
                </a:rPr>
                <a:t>Copy</a:t>
              </a: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55FFED30-B72B-1891-F0DD-D5F2BED47FF2}"/>
                </a:ext>
              </a:extLst>
            </p:cNvPr>
            <p:cNvSpPr txBox="1"/>
            <p:nvPr/>
          </p:nvSpPr>
          <p:spPr>
            <a:xfrm>
              <a:off x="7248462" y="4951139"/>
              <a:ext cx="87983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F0A2A8"/>
                  </a:solidFill>
                  <a:latin typeface="Comic Sans MS" panose="030F0702030302020204" pitchFamily="66" charset="0"/>
                </a:rPr>
                <a:t>Samples</a:t>
              </a:r>
            </a:p>
            <a:p>
              <a:pPr algn="ctr"/>
              <a:r>
                <a:rPr lang="en-US" altLang="zh-CN" sz="1100" dirty="0">
                  <a:solidFill>
                    <a:srgbClr val="F0A2A8"/>
                  </a:solidFill>
                  <a:latin typeface="Comic Sans MS" panose="030F0702030302020204" pitchFamily="66" charset="0"/>
                </a:rPr>
                <a:t>Copy</a:t>
              </a:r>
            </a:p>
          </p:txBody>
        </p: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A4928559-6058-08F5-A550-7BD4C63729FE}"/>
                </a:ext>
              </a:extLst>
            </p:cNvPr>
            <p:cNvCxnSpPr>
              <a:cxnSpLocks/>
            </p:cNvCxnSpPr>
            <p:nvPr/>
          </p:nvCxnSpPr>
          <p:spPr>
            <a:xfrm>
              <a:off x="7494733" y="5607742"/>
              <a:ext cx="38278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BD01DFEF-E660-5D33-D7AF-DDC5E75C9A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88685" y="3701083"/>
              <a:ext cx="2091615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E1B3E327-7F14-D163-FF22-0A997AF05DEE}"/>
                </a:ext>
              </a:extLst>
            </p:cNvPr>
            <p:cNvCxnSpPr>
              <a:cxnSpLocks/>
            </p:cNvCxnSpPr>
            <p:nvPr/>
          </p:nvCxnSpPr>
          <p:spPr>
            <a:xfrm>
              <a:off x="6690989" y="3701083"/>
              <a:ext cx="2117989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左大括号 122">
              <a:extLst>
                <a:ext uri="{FF2B5EF4-FFF2-40B4-BE49-F238E27FC236}">
                  <a16:creationId xmlns:a16="http://schemas.microsoft.com/office/drawing/2014/main" id="{CF8A6CE9-CE2D-563E-4993-0068EA4611B9}"/>
                </a:ext>
              </a:extLst>
            </p:cNvPr>
            <p:cNvSpPr/>
            <p:nvPr/>
          </p:nvSpPr>
          <p:spPr>
            <a:xfrm rot="5400000">
              <a:off x="1990538" y="3255650"/>
              <a:ext cx="216001" cy="1286999"/>
            </a:xfrm>
            <a:prstGeom prst="leftBrace">
              <a:avLst>
                <a:gd name="adj1" fmla="val 10796"/>
                <a:gd name="adj2" fmla="val 49484"/>
              </a:avLst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25" name="左大括号 124">
              <a:extLst>
                <a:ext uri="{FF2B5EF4-FFF2-40B4-BE49-F238E27FC236}">
                  <a16:creationId xmlns:a16="http://schemas.microsoft.com/office/drawing/2014/main" id="{51CE0CC2-90BA-0954-FC8D-C8AB4DD1D0BC}"/>
                </a:ext>
              </a:extLst>
            </p:cNvPr>
            <p:cNvSpPr/>
            <p:nvPr/>
          </p:nvSpPr>
          <p:spPr>
            <a:xfrm rot="5400000">
              <a:off x="9693009" y="3240668"/>
              <a:ext cx="216001" cy="1286999"/>
            </a:xfrm>
            <a:prstGeom prst="leftBrace">
              <a:avLst>
                <a:gd name="adj1" fmla="val 10796"/>
                <a:gd name="adj2" fmla="val 49484"/>
              </a:avLst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AFC408C-6239-FEF3-086A-20B2D4729F13}"/>
                </a:ext>
              </a:extLst>
            </p:cNvPr>
            <p:cNvSpPr txBox="1"/>
            <p:nvPr/>
          </p:nvSpPr>
          <p:spPr>
            <a:xfrm>
              <a:off x="360112" y="4564234"/>
              <a:ext cx="379077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300" dirty="0"/>
                <a:t>❄️</a:t>
              </a:r>
            </a:p>
          </p:txBody>
        </p:sp>
        <p:sp>
          <p:nvSpPr>
            <p:cNvPr id="10" name="箭头: 下弧形 9">
              <a:extLst>
                <a:ext uri="{FF2B5EF4-FFF2-40B4-BE49-F238E27FC236}">
                  <a16:creationId xmlns:a16="http://schemas.microsoft.com/office/drawing/2014/main" id="{928DE313-C687-DDEA-DA77-F6DE8DD104DD}"/>
                </a:ext>
              </a:extLst>
            </p:cNvPr>
            <p:cNvSpPr/>
            <p:nvPr/>
          </p:nvSpPr>
          <p:spPr>
            <a:xfrm rot="16200000">
              <a:off x="11132856" y="4651051"/>
              <a:ext cx="442291" cy="276820"/>
            </a:xfrm>
            <a:prstGeom prst="curvedUpArrow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0556877B-70EB-0A91-09DE-FC746E640661}"/>
                    </a:ext>
                  </a:extLst>
                </p:cNvPr>
                <p:cNvSpPr txBox="1"/>
                <p:nvPr/>
              </p:nvSpPr>
              <p:spPr>
                <a:xfrm>
                  <a:off x="10481989" y="4055221"/>
                  <a:ext cx="1726015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100" dirty="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Comic Sans MS" panose="030F0702030302020204" pitchFamily="66" charset="0"/>
                    </a:rPr>
                    <a:t>update</a:t>
                  </a:r>
                </a:p>
                <a:p>
                  <a:pPr algn="ctr"/>
                  <a:r>
                    <a:rPr lang="en-US" altLang="zh-CN" sz="1100" dirty="0" err="1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Comic Sans MS" panose="030F0702030302020204" pitchFamily="66" charset="0"/>
                    </a:rPr>
                    <a:t>ppo_epoch</a:t>
                  </a:r>
                  <a14:m>
                    <m:oMath xmlns:m="http://schemas.openxmlformats.org/officeDocument/2006/math">
                      <m:r>
                        <a:rPr lang="en-US" altLang="zh-CN" sz="11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altLang="zh-CN" sz="1100" b="0" dirty="0" err="1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Comic Sans MS" panose="030F0702030302020204" pitchFamily="66" charset="0"/>
                    </a:rPr>
                    <a:t>num_batch</a:t>
                  </a:r>
                  <a:endParaRPr lang="en-US" altLang="zh-CN" sz="1100" b="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omic Sans MS" panose="030F0702030302020204" pitchFamily="66" charset="0"/>
                  </a:endParaRPr>
                </a:p>
              </p:txBody>
            </p:sp>
          </mc:Choice>
          <mc:Fallback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0556877B-70EB-0A91-09DE-FC746E6406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1989" y="4055221"/>
                  <a:ext cx="1726015" cy="430887"/>
                </a:xfrm>
                <a:prstGeom prst="rect">
                  <a:avLst/>
                </a:prstGeom>
                <a:blipFill>
                  <a:blip r:embed="rId15"/>
                  <a:stretch>
                    <a:fillRect b="-84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箭头: 左 15">
              <a:extLst>
                <a:ext uri="{FF2B5EF4-FFF2-40B4-BE49-F238E27FC236}">
                  <a16:creationId xmlns:a16="http://schemas.microsoft.com/office/drawing/2014/main" id="{3A43E008-3AD7-6EF5-895D-B8F65A1EDBA3}"/>
                </a:ext>
              </a:extLst>
            </p:cNvPr>
            <p:cNvSpPr/>
            <p:nvPr/>
          </p:nvSpPr>
          <p:spPr>
            <a:xfrm>
              <a:off x="7369126" y="4551808"/>
              <a:ext cx="670560" cy="116840"/>
            </a:xfrm>
            <a:prstGeom prst="leftArrow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05CE140-4A51-CD44-CEE4-F0E60FD76797}"/>
                </a:ext>
              </a:extLst>
            </p:cNvPr>
            <p:cNvSpPr txBox="1"/>
            <p:nvPr/>
          </p:nvSpPr>
          <p:spPr>
            <a:xfrm>
              <a:off x="7181501" y="4277432"/>
              <a:ext cx="9938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</a:rPr>
                <a:t>update</a:t>
              </a:r>
              <a:endParaRPr lang="en-US" altLang="zh-CN" sz="11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8833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FF81A-DED1-581B-8EFE-A97883C33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>
            <a:extLst>
              <a:ext uri="{FF2B5EF4-FFF2-40B4-BE49-F238E27FC236}">
                <a16:creationId xmlns:a16="http://schemas.microsoft.com/office/drawing/2014/main" id="{5215D6D8-3FF9-56AF-62E1-076BFA89AABC}"/>
              </a:ext>
            </a:extLst>
          </p:cNvPr>
          <p:cNvGrpSpPr/>
          <p:nvPr/>
        </p:nvGrpSpPr>
        <p:grpSpPr>
          <a:xfrm>
            <a:off x="1149521" y="3212277"/>
            <a:ext cx="8545223" cy="3153747"/>
            <a:chOff x="1149521" y="3212277"/>
            <a:chExt cx="8545223" cy="3153747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5F03A5E0-D49B-182B-3EEB-93D1A1020F8E}"/>
                </a:ext>
              </a:extLst>
            </p:cNvPr>
            <p:cNvSpPr/>
            <p:nvPr/>
          </p:nvSpPr>
          <p:spPr>
            <a:xfrm>
              <a:off x="1149521" y="3212277"/>
              <a:ext cx="8545223" cy="31537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         </a:t>
              </a:r>
              <a:endParaRPr lang="zh-CN" altLang="en-US" dirty="0"/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224ADB6A-7763-735F-8980-468A1BC1A8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9493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D06B6064-6690-685C-A55B-977D092BD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2021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7374D2A0-1810-1CAC-2744-8038B5280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4549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9ADE1A99-2752-D1F2-7B70-A679A227A8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37077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6EF67786-1533-BB24-E584-4635F7BC4A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9605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3D3CE444-6810-6F10-FA77-63D224DD7B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2133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9331F6D4-A110-BE7B-A985-6E5A9C8209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64664" y="5177295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FFD3C384-98EA-22E2-6D16-85E056050A77}"/>
                </a:ext>
              </a:extLst>
            </p:cNvPr>
            <p:cNvSpPr/>
            <p:nvPr/>
          </p:nvSpPr>
          <p:spPr>
            <a:xfrm>
              <a:off x="3533141" y="4561476"/>
              <a:ext cx="3057509" cy="615820"/>
            </a:xfrm>
            <a:prstGeom prst="roundRect">
              <a:avLst>
                <a:gd name="adj" fmla="val 823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5D38B22-F4D2-CE04-BE1C-10CC77E71A3E}"/>
                </a:ext>
              </a:extLst>
            </p:cNvPr>
            <p:cNvSpPr txBox="1"/>
            <p:nvPr/>
          </p:nvSpPr>
          <p:spPr>
            <a:xfrm>
              <a:off x="3589436" y="4649934"/>
              <a:ext cx="28258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omic Sans MS" panose="030F0702030302020204" pitchFamily="66" charset="0"/>
                </a:rPr>
                <a:t>Reward Model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E22A34C-85E8-7320-BAC6-5D7D4A5442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01493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DFF0799A-FCEB-61C9-A4CA-99AC535982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607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054FAA0B-875F-29BB-B15C-A9E40A501A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44022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D805AA22-C5C6-6112-5650-98792863C3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6550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C5F222CF-8206-2763-0865-27C888D9E4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29079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6FC9DE88-683F-4DFB-BC67-CBD594675C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4135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443DFB10-C55D-7183-D909-6C084FCBA2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56664" y="549796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5C541456-A4BC-2999-1570-901A305786D4}"/>
                </a:ext>
              </a:extLst>
            </p:cNvPr>
            <p:cNvSpPr txBox="1"/>
            <p:nvPr/>
          </p:nvSpPr>
          <p:spPr>
            <a:xfrm>
              <a:off x="5778877" y="5436970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DC281BCC-CB3E-AB30-3DC2-9EE79D9FF2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2968" y="4311267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3CF08458-2789-99A9-75A2-30AA7B8D6D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34257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BE0CD"/>
            </a:solidFill>
            <a:ln w="19050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FF2C3273-1B15-FBE3-C4BE-BC20D4A0BA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1605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BE0CD">
                <a:alpha val="42000"/>
              </a:srgbClr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3B499162-C1B4-A27E-C4D6-29C0EEBA86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4135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BE0CD">
                <a:alpha val="42000"/>
              </a:srgbClr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4815EA45-C559-3EAB-1224-CC6E95857C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56664" y="4062003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BE0CD">
                <a:alpha val="42000"/>
              </a:srgbClr>
            </a:solidFill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6C257C82-8695-F1B0-C02B-6EE3A9EAE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9605" y="4302169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A23135B9-F090-8736-66FB-45B8C07519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2133" y="4304445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F48A4D5D-FC10-4B48-8885-74D7B75CAE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65807" y="4302171"/>
              <a:ext cx="0" cy="25021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59E466C3-C459-0D13-419F-03EA3E29B987}"/>
                </a:ext>
              </a:extLst>
            </p:cNvPr>
            <p:cNvSpPr txBox="1"/>
            <p:nvPr/>
          </p:nvSpPr>
          <p:spPr>
            <a:xfrm>
              <a:off x="3496920" y="4564234"/>
              <a:ext cx="379077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300" dirty="0"/>
                <a:t>❄️</a:t>
              </a: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7AC5B9B9-5BA3-374D-5216-BE2D67F61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42257" y="519562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845618D5-4D87-4AEF-69D1-4178CFE3F5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39031" y="5502939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ECB496E-8246-5978-5407-2D0B556982C7}"/>
                </a:ext>
              </a:extLst>
            </p:cNvPr>
            <p:cNvSpPr txBox="1"/>
            <p:nvPr/>
          </p:nvSpPr>
          <p:spPr>
            <a:xfrm>
              <a:off x="5902337" y="5778002"/>
              <a:ext cx="8798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[EOS]</a:t>
              </a:r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FDA2AE69-C1DB-420E-D4D5-44897A676037}"/>
                </a:ext>
              </a:extLst>
            </p:cNvPr>
            <p:cNvCxnSpPr>
              <a:cxnSpLocks/>
            </p:cNvCxnSpPr>
            <p:nvPr/>
          </p:nvCxnSpPr>
          <p:spPr>
            <a:xfrm>
              <a:off x="4791673" y="4170003"/>
              <a:ext cx="1284364" cy="0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307A3397-056B-1D73-CD5B-1D2E8AE0F3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2427602"/>
                </p:ext>
              </p:extLst>
            </p:nvPr>
          </p:nvGraphicFramePr>
          <p:xfrm>
            <a:off x="7996616" y="3982749"/>
            <a:ext cx="26035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2" imgW="170640" imgH="228240" progId="Equation.AxMath">
                    <p:embed/>
                  </p:oleObj>
                </mc:Choice>
                <mc:Fallback>
                  <p:oleObj name="AxMath" r:id="rId2" imgW="170640" imgH="228240" progId="Equation.AxMath">
                    <p:embed/>
                    <p:pic>
                      <p:nvPicPr>
                        <p:cNvPr id="109" name="对象 108">
                          <a:extLst>
                            <a:ext uri="{FF2B5EF4-FFF2-40B4-BE49-F238E27FC236}">
                              <a16:creationId xmlns:a16="http://schemas.microsoft.com/office/drawing/2014/main" id="{FD5C8D13-C55C-4E26-5D88-7C6FA5D6FFE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996616" y="3982749"/>
                          <a:ext cx="260350" cy="352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808CEECD-7E36-CC9D-6FBC-10D4EF45D709}"/>
                </a:ext>
              </a:extLst>
            </p:cNvPr>
            <p:cNvSpPr/>
            <p:nvPr/>
          </p:nvSpPr>
          <p:spPr>
            <a:xfrm>
              <a:off x="6802597" y="4062003"/>
              <a:ext cx="814597" cy="216000"/>
            </a:xfrm>
            <a:prstGeom prst="roundRect">
              <a:avLst>
                <a:gd name="adj" fmla="val 823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C1C24D82-C5AE-CB9A-2BAD-9B363C1CF744}"/>
                </a:ext>
              </a:extLst>
            </p:cNvPr>
            <p:cNvSpPr txBox="1"/>
            <p:nvPr/>
          </p:nvSpPr>
          <p:spPr>
            <a:xfrm>
              <a:off x="6785715" y="4027397"/>
              <a:ext cx="8798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Comic Sans MS" panose="030F0702030302020204" pitchFamily="66" charset="0"/>
                </a:rPr>
                <a:t>Linear</a:t>
              </a:r>
            </a:p>
          </p:txBody>
        </p: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888285D8-8AEB-5AAB-C230-D31AA999F2A7}"/>
                </a:ext>
              </a:extLst>
            </p:cNvPr>
            <p:cNvCxnSpPr>
              <a:cxnSpLocks/>
            </p:cNvCxnSpPr>
            <p:nvPr/>
          </p:nvCxnSpPr>
          <p:spPr>
            <a:xfrm>
              <a:off x="7623162" y="4168369"/>
              <a:ext cx="3339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DA8A03DE-7DD4-0D83-D430-EC79FA6A709B}"/>
                </a:ext>
              </a:extLst>
            </p:cNvPr>
            <p:cNvCxnSpPr>
              <a:cxnSpLocks/>
            </p:cNvCxnSpPr>
            <p:nvPr/>
          </p:nvCxnSpPr>
          <p:spPr>
            <a:xfrm>
              <a:off x="6468673" y="4172279"/>
              <a:ext cx="3339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5B70E9D8-247F-CB2D-CCF7-03487B363424}"/>
                </a:ext>
              </a:extLst>
            </p:cNvPr>
            <p:cNvSpPr txBox="1"/>
            <p:nvPr/>
          </p:nvSpPr>
          <p:spPr>
            <a:xfrm>
              <a:off x="4629079" y="3709997"/>
              <a:ext cx="21987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Comic Sans MS" panose="030F0702030302020204" pitchFamily="66" charset="0"/>
                </a:rPr>
                <a:t>hidden states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0173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707DB-5B91-3F48-CCA1-4B65005A7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C27356FF-BF71-FB2B-CF12-C62F10F66379}"/>
              </a:ext>
            </a:extLst>
          </p:cNvPr>
          <p:cNvGrpSpPr/>
          <p:nvPr/>
        </p:nvGrpSpPr>
        <p:grpSpPr>
          <a:xfrm>
            <a:off x="1380605" y="2963917"/>
            <a:ext cx="8545223" cy="3232654"/>
            <a:chOff x="1380605" y="2963917"/>
            <a:chExt cx="8545223" cy="3232654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35E2550-329C-5E70-96C3-636A8F960D48}"/>
                </a:ext>
              </a:extLst>
            </p:cNvPr>
            <p:cNvSpPr/>
            <p:nvPr/>
          </p:nvSpPr>
          <p:spPr>
            <a:xfrm>
              <a:off x="1380605" y="2963917"/>
              <a:ext cx="8545223" cy="32326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         </a:t>
              </a:r>
              <a:endParaRPr lang="zh-CN" altLang="en-US" dirty="0"/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69FCABF7-053D-A834-9B33-8ABC28A8DA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1559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ECB5735B-CDE8-5E7B-0A2C-BB89E87B52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4087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2BC48DAB-7233-9760-35F5-D8705F13B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6615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337FB60E-7230-8CF7-B3E2-331C5C7BEF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9143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8F2D272D-11B9-9149-7A6B-85714896D8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1671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8C25116D-9006-3098-BED6-E9AEF99E96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4199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F240CE20-C604-FF03-43AD-D856F2C32A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6730" y="5334254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20FB4257-98BF-C58B-6F3D-F380AA8161ED}"/>
                </a:ext>
              </a:extLst>
            </p:cNvPr>
            <p:cNvSpPr/>
            <p:nvPr/>
          </p:nvSpPr>
          <p:spPr>
            <a:xfrm>
              <a:off x="3905207" y="4718435"/>
              <a:ext cx="3057509" cy="61582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5CC2076-B60F-317D-E11B-9B6BD5B55E6C}"/>
                </a:ext>
              </a:extLst>
            </p:cNvPr>
            <p:cNvSpPr txBox="1"/>
            <p:nvPr/>
          </p:nvSpPr>
          <p:spPr>
            <a:xfrm>
              <a:off x="3961502" y="4806893"/>
              <a:ext cx="28258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Comic Sans MS" panose="030F0702030302020204" pitchFamily="66" charset="0"/>
                </a:rPr>
                <a:t>Critic Model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D2D077E-DD0D-08CE-918E-EE8CA2D44E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73559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D35275D4-D615-0249-0598-6C8359DC56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43673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76526D1B-4F83-A0FC-9403-8D4D6BF656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16088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5B54BAB3-19A4-DB2F-7F77-6287605DE5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58616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D083A344-84E5-36E0-8BB2-11D88F65EA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01145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897A4AB-A54A-2A57-8822-2820A7E0D4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86201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64A5F8BB-B319-4516-304D-C9976C9306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8730" y="565492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977F9E5-17E2-EC83-0889-797A2205AB20}"/>
                </a:ext>
              </a:extLst>
            </p:cNvPr>
            <p:cNvSpPr txBox="1"/>
            <p:nvPr/>
          </p:nvSpPr>
          <p:spPr>
            <a:xfrm>
              <a:off x="6155211" y="5568632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1BCD3751-27C0-565A-F5B6-299B4F4444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5034" y="4466430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8F36765F-5C98-7AA1-4263-98346F1F24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6323" y="4243731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E10F08E4-5447-F257-D0B6-1B0723011D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43671" y="4243731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C5FC7E3D-0804-9B0B-B4C0-988F1D3928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86201" y="4243731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5835BB94-213B-D029-272C-E6A699116F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28730" y="4243731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5BB024B5-7B66-BAA0-E6AD-8C12160B71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1671" y="4466430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783F8A5C-5039-E25B-7E0E-5F61EB007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4199" y="4466430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F969785C-D375-EBA2-D427-3B981C5E1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7873" y="4466430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81184452-FA32-9766-B65A-804F752C83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4323" y="5352583"/>
              <a:ext cx="0" cy="325017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DC36E9DB-E392-258C-6F8B-703D7B27FE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11097" y="5659898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rgbClr val="F7CDD0"/>
            </a:solidFill>
            <a:ln w="19050">
              <a:solidFill>
                <a:srgbClr val="DC28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26D2EAD-057E-5CDF-160E-B342652A7155}"/>
                </a:ext>
              </a:extLst>
            </p:cNvPr>
            <p:cNvSpPr txBox="1"/>
            <p:nvPr/>
          </p:nvSpPr>
          <p:spPr>
            <a:xfrm>
              <a:off x="6274403" y="5934961"/>
              <a:ext cx="8798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DC2835"/>
                  </a:solidFill>
                  <a:latin typeface="Comic Sans MS" panose="030F0702030302020204" pitchFamily="66" charset="0"/>
                </a:rPr>
                <a:t>[EOS]</a:t>
              </a:r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48866246-A61F-F79F-64F3-EFEED80712D5}"/>
                </a:ext>
              </a:extLst>
            </p:cNvPr>
            <p:cNvSpPr/>
            <p:nvPr/>
          </p:nvSpPr>
          <p:spPr>
            <a:xfrm>
              <a:off x="5001145" y="3748788"/>
              <a:ext cx="1821178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mic Sans MS" panose="030F0702030302020204" pitchFamily="66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216BA759-FDC1-926B-FE6B-BC226EF1BA36}"/>
                </a:ext>
              </a:extLst>
            </p:cNvPr>
            <p:cNvSpPr txBox="1"/>
            <p:nvPr/>
          </p:nvSpPr>
          <p:spPr>
            <a:xfrm>
              <a:off x="3195902" y="4161869"/>
              <a:ext cx="21987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Comic Sans MS" panose="030F0702030302020204" pitchFamily="66" charset="0"/>
                </a:rPr>
                <a:t>hidden states</a:t>
              </a: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607B2110-15FF-608A-4E8F-40E64D20C4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1816" y="4466430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4855E526-0EBC-2AE3-B918-C99D096E50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3816" y="4243731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FF91E2A-0CD9-2728-5197-6FFB18E99E52}"/>
                </a:ext>
              </a:extLst>
            </p:cNvPr>
            <p:cNvSpPr txBox="1"/>
            <p:nvPr/>
          </p:nvSpPr>
          <p:spPr>
            <a:xfrm>
              <a:off x="6114849" y="4154401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accent4">
                      <a:lumMod val="75000"/>
                    </a:schemeClr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B34A3CB0-FAB4-E98F-6BC8-188C9AF86559}"/>
                </a:ext>
              </a:extLst>
            </p:cNvPr>
            <p:cNvSpPr txBox="1"/>
            <p:nvPr/>
          </p:nvSpPr>
          <p:spPr>
            <a:xfrm>
              <a:off x="5451671" y="3701545"/>
              <a:ext cx="8798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Comic Sans MS" panose="030F0702030302020204" pitchFamily="66" charset="0"/>
                </a:rPr>
                <a:t>Linear</a:t>
              </a:r>
            </a:p>
          </p:txBody>
        </p: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5D8FFCFE-D912-4121-A80D-9334A5E37C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2547" y="3984404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84FA49B8-FF8C-06F1-77FA-00E6ACA4C9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9184" y="3984404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3B2CA7E6-74AC-4D21-0881-655EF3B06F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1712" y="3984404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B671B4C9-266F-019F-E051-95728A66D7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5386" y="3984404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8A256093-948C-C4D8-F61C-7C65D1DBC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9329" y="3984404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182F93F5-8604-B390-4156-C5A35BD56E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13652" y="3262235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0AC4C365-727C-15D8-34E9-122060818E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51000" y="3262235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AC925730-3309-3947-0272-8909CD5D6A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93530" y="3262235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74C9CA26-1288-9658-F9D3-71764793DC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6059" y="3262235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90" name="矩形: 圆角 89">
              <a:extLst>
                <a:ext uri="{FF2B5EF4-FFF2-40B4-BE49-F238E27FC236}">
                  <a16:creationId xmlns:a16="http://schemas.microsoft.com/office/drawing/2014/main" id="{F99B5DDF-0AF0-1072-A0A9-FA4E1F8777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01145" y="3262235"/>
              <a:ext cx="216000" cy="216000"/>
            </a:xfrm>
            <a:prstGeom prst="roundRect">
              <a:avLst>
                <a:gd name="adj" fmla="val 8238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CDEDBDBC-32F5-4F8B-A182-F4EA22B20C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8920" y="3498578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3BA8313A-E5B9-7320-98CC-B42EF8E84D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5557" y="3498578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52D0910F-9D8E-EDC6-05FA-5B219AC20D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8085" y="3498578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C3978484-73BA-15D8-0CCD-F9441A1B35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59" y="3498578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1EDE29C3-F264-FC9D-85E9-397A169CC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5702" y="3498578"/>
              <a:ext cx="0" cy="25021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01" name="对象 100">
              <a:extLst>
                <a:ext uri="{FF2B5EF4-FFF2-40B4-BE49-F238E27FC236}">
                  <a16:creationId xmlns:a16="http://schemas.microsoft.com/office/drawing/2014/main" id="{B08B3338-6575-905A-3584-C7202037E7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9807217"/>
                </p:ext>
              </p:extLst>
            </p:nvPr>
          </p:nvGraphicFramePr>
          <p:xfrm>
            <a:off x="4937842" y="3053902"/>
            <a:ext cx="322974" cy="1780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2" imgW="436320" imgH="238320" progId="Equation.AxMath">
                    <p:embed/>
                  </p:oleObj>
                </mc:Choice>
                <mc:Fallback>
                  <p:oleObj name="AxMath" r:id="rId2" imgW="436320" imgH="238320" progId="Equation.AxMath">
                    <p:embed/>
                    <p:pic>
                      <p:nvPicPr>
                        <p:cNvPr id="246" name="对象 245">
                          <a:extLst>
                            <a:ext uri="{FF2B5EF4-FFF2-40B4-BE49-F238E27FC236}">
                              <a16:creationId xmlns:a16="http://schemas.microsoft.com/office/drawing/2014/main" id="{7CFE4AE9-888E-1DB1-8F0C-74DE9AC2DE7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937842" y="3053902"/>
                          <a:ext cx="322974" cy="17806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" name="对象 102">
              <a:extLst>
                <a:ext uri="{FF2B5EF4-FFF2-40B4-BE49-F238E27FC236}">
                  <a16:creationId xmlns:a16="http://schemas.microsoft.com/office/drawing/2014/main" id="{16628D0D-564C-A7F6-0EDA-91E23EA8D6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5109437"/>
                </p:ext>
              </p:extLst>
            </p:nvPr>
          </p:nvGraphicFramePr>
          <p:xfrm>
            <a:off x="5296491" y="3053343"/>
            <a:ext cx="317500" cy="179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4" imgW="426960" imgH="238320" progId="Equation.AxMath">
                    <p:embed/>
                  </p:oleObj>
                </mc:Choice>
                <mc:Fallback>
                  <p:oleObj name="AxMath" r:id="rId4" imgW="426960" imgH="238320" progId="Equation.AxMath">
                    <p:embed/>
                    <p:pic>
                      <p:nvPicPr>
                        <p:cNvPr id="101" name="对象 100">
                          <a:extLst>
                            <a:ext uri="{FF2B5EF4-FFF2-40B4-BE49-F238E27FC236}">
                              <a16:creationId xmlns:a16="http://schemas.microsoft.com/office/drawing/2014/main" id="{B08B3338-6575-905A-3584-C7202037E71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296491" y="3053343"/>
                          <a:ext cx="317500" cy="179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" name="对象 103">
              <a:extLst>
                <a:ext uri="{FF2B5EF4-FFF2-40B4-BE49-F238E27FC236}">
                  <a16:creationId xmlns:a16="http://schemas.microsoft.com/office/drawing/2014/main" id="{54599449-995D-6E99-4617-BA88A8D742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162804"/>
                </p:ext>
              </p:extLst>
            </p:nvPr>
          </p:nvGraphicFramePr>
          <p:xfrm>
            <a:off x="5664791" y="3053343"/>
            <a:ext cx="319088" cy="179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6" imgW="434160" imgH="238320" progId="Equation.AxMath">
                    <p:embed/>
                  </p:oleObj>
                </mc:Choice>
                <mc:Fallback>
                  <p:oleObj name="AxMath" r:id="rId6" imgW="434160" imgH="238320" progId="Equation.AxMath">
                    <p:embed/>
                    <p:pic>
                      <p:nvPicPr>
                        <p:cNvPr id="103" name="对象 102">
                          <a:extLst>
                            <a:ext uri="{FF2B5EF4-FFF2-40B4-BE49-F238E27FC236}">
                              <a16:creationId xmlns:a16="http://schemas.microsoft.com/office/drawing/2014/main" id="{16628D0D-564C-A7F6-0EDA-91E23EA8D68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5664791" y="3053343"/>
                          <a:ext cx="319088" cy="179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" name="对象 104">
              <a:extLst>
                <a:ext uri="{FF2B5EF4-FFF2-40B4-BE49-F238E27FC236}">
                  <a16:creationId xmlns:a16="http://schemas.microsoft.com/office/drawing/2014/main" id="{B17E1F73-BC49-C98A-3731-D3FDA182B8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334499"/>
                </p:ext>
              </p:extLst>
            </p:nvPr>
          </p:nvGraphicFramePr>
          <p:xfrm>
            <a:off x="6002929" y="3053343"/>
            <a:ext cx="334962" cy="179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8" imgW="452880" imgH="238320" progId="Equation.AxMath">
                    <p:embed/>
                  </p:oleObj>
                </mc:Choice>
                <mc:Fallback>
                  <p:oleObj name="AxMath" r:id="rId8" imgW="452880" imgH="238320" progId="Equation.AxMath">
                    <p:embed/>
                    <p:pic>
                      <p:nvPicPr>
                        <p:cNvPr id="104" name="对象 103">
                          <a:extLst>
                            <a:ext uri="{FF2B5EF4-FFF2-40B4-BE49-F238E27FC236}">
                              <a16:creationId xmlns:a16="http://schemas.microsoft.com/office/drawing/2014/main" id="{54599449-995D-6E99-4617-BA88A8D742D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002929" y="3053343"/>
                          <a:ext cx="334962" cy="179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" name="对象 105">
              <a:extLst>
                <a:ext uri="{FF2B5EF4-FFF2-40B4-BE49-F238E27FC236}">
                  <a16:creationId xmlns:a16="http://schemas.microsoft.com/office/drawing/2014/main" id="{D1FFAC13-A5D9-847A-6EEB-2D6BCD4AC7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2366852"/>
                </p:ext>
              </p:extLst>
            </p:nvPr>
          </p:nvGraphicFramePr>
          <p:xfrm>
            <a:off x="6532189" y="3053343"/>
            <a:ext cx="336550" cy="179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AxMath" r:id="rId10" imgW="455040" imgH="238320" progId="Equation.AxMath">
                    <p:embed/>
                  </p:oleObj>
                </mc:Choice>
                <mc:Fallback>
                  <p:oleObj name="AxMath" r:id="rId10" imgW="455040" imgH="238320" progId="Equation.AxMath">
                    <p:embed/>
                    <p:pic>
                      <p:nvPicPr>
                        <p:cNvPr id="105" name="对象 104">
                          <a:extLst>
                            <a:ext uri="{FF2B5EF4-FFF2-40B4-BE49-F238E27FC236}">
                              <a16:creationId xmlns:a16="http://schemas.microsoft.com/office/drawing/2014/main" id="{B17E1F73-BC49-C98A-3731-D3FDA182B8C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532189" y="3053343"/>
                          <a:ext cx="336550" cy="179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A1148F76-4F8C-A8EF-D0E2-004B12B0264D}"/>
                </a:ext>
              </a:extLst>
            </p:cNvPr>
            <p:cNvCxnSpPr>
              <a:cxnSpLocks/>
            </p:cNvCxnSpPr>
            <p:nvPr/>
          </p:nvCxnSpPr>
          <p:spPr>
            <a:xfrm>
              <a:off x="6505250" y="3259466"/>
              <a:ext cx="427693" cy="209139"/>
            </a:xfrm>
            <a:prstGeom prst="line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481BEB93-EA3A-6DC9-EFED-0FF44803F450}"/>
                </a:ext>
              </a:extLst>
            </p:cNvPr>
            <p:cNvSpPr txBox="1"/>
            <p:nvPr/>
          </p:nvSpPr>
          <p:spPr>
            <a:xfrm>
              <a:off x="6111715" y="3169339"/>
              <a:ext cx="5943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accent4">
                      <a:lumMod val="75000"/>
                    </a:schemeClr>
                  </a:solidFill>
                  <a:latin typeface="Comic Sans MS" panose="030F0702030302020204" pitchFamily="66" charset="0"/>
                </a:rPr>
                <a:t>……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5442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615B4-8717-407A-BE7E-887FE7CA8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4D379A-833F-4964-BBCB-0D46EC040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169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69</Words>
  <Application>Microsoft Office PowerPoint</Application>
  <PresentationFormat>宽屏</PresentationFormat>
  <Paragraphs>49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等线</vt:lpstr>
      <vt:lpstr>等线 Light</vt:lpstr>
      <vt:lpstr>Arial</vt:lpstr>
      <vt:lpstr>Arial Rounded MT Bold</vt:lpstr>
      <vt:lpstr>Cambria Math</vt:lpstr>
      <vt:lpstr>Comic Sans MS</vt:lpstr>
      <vt:lpstr>Office 主题​​</vt:lpstr>
      <vt:lpstr>Equation.AxMath</vt:lpstr>
      <vt:lpstr>AxMath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Shq Wang</dc:creator>
  <cp:lastModifiedBy>Shq Wang</cp:lastModifiedBy>
  <cp:revision>17</cp:revision>
  <dcterms:created xsi:type="dcterms:W3CDTF">2026-04-29T10:02:41Z</dcterms:created>
  <dcterms:modified xsi:type="dcterms:W3CDTF">2026-05-07T11:55:43Z</dcterms:modified>
</cp:coreProperties>
</file>